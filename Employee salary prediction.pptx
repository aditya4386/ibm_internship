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19"/>
  </p:notesMasterIdLst>
  <p:sldIdLst>
    <p:sldId id="256" r:id="rId5"/>
    <p:sldId id="2146847054" r:id="rId6"/>
    <p:sldId id="262" r:id="rId7"/>
    <p:sldId id="2146847060" r:id="rId8"/>
    <p:sldId id="266" r:id="rId9"/>
    <p:sldId id="267" r:id="rId10"/>
    <p:sldId id="2146847056" r:id="rId11"/>
    <p:sldId id="2146847057" r:id="rId12"/>
    <p:sldId id="2146847058" r:id="rId13"/>
    <p:sldId id="2146847059" r:id="rId14"/>
    <p:sldId id="268" r:id="rId15"/>
    <p:sldId id="2146847055" r:id="rId16"/>
    <p:sldId id="269" r:id="rId17"/>
    <p:sldId id="25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52" autoAdjust="0"/>
    <p:restoredTop sz="94660"/>
  </p:normalViewPr>
  <p:slideViewPr>
    <p:cSldViewPr snapToGrid="0">
      <p:cViewPr varScale="1">
        <p:scale>
          <a:sx n="71" d="100"/>
          <a:sy n="71" d="100"/>
        </p:scale>
        <p:origin x="72" y="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10" Type="http://schemas.openxmlformats.org/officeDocument/2006/relationships/image" Target="../media/image39.svg"/><Relationship Id="rId4" Type="http://schemas.openxmlformats.org/officeDocument/2006/relationships/image" Target="../media/image33.svg"/><Relationship Id="rId9" Type="http://schemas.openxmlformats.org/officeDocument/2006/relationships/image" Target="../media/image38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10" Type="http://schemas.openxmlformats.org/officeDocument/2006/relationships/image" Target="../media/image39.svg"/><Relationship Id="rId4" Type="http://schemas.openxmlformats.org/officeDocument/2006/relationships/image" Target="../media/image33.svg"/><Relationship Id="rId9" Type="http://schemas.openxmlformats.org/officeDocument/2006/relationships/image" Target="../media/image38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5C0B4D8-7F5E-4FA5-B222-E2BF4FA3666F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73CCB9E5-1DA4-4901-8078-FB216A7E0008}">
      <dgm:prSet/>
      <dgm:spPr/>
      <dgm:t>
        <a:bodyPr/>
        <a:lstStyle/>
        <a:p>
          <a:pPr>
            <a:defRPr cap="all"/>
          </a:pPr>
          <a:r>
            <a:rPr lang="en-US" b="1"/>
            <a:t>Problem Statement </a:t>
          </a:r>
          <a:r>
            <a:rPr lang="en-US"/>
            <a:t>(Should not include solution)</a:t>
          </a:r>
        </a:p>
      </dgm:t>
    </dgm:pt>
    <dgm:pt modelId="{C1CB21B4-2910-4258-BC09-2255A573CD52}" type="parTrans" cxnId="{913E48D6-A0B6-4A36-9D61-EEF53AC7F4E4}">
      <dgm:prSet/>
      <dgm:spPr/>
      <dgm:t>
        <a:bodyPr/>
        <a:lstStyle/>
        <a:p>
          <a:endParaRPr lang="en-US"/>
        </a:p>
      </dgm:t>
    </dgm:pt>
    <dgm:pt modelId="{14CF9DAC-2B79-4B9F-81AD-3BA003472B86}" type="sibTrans" cxnId="{913E48D6-A0B6-4A36-9D61-EEF53AC7F4E4}">
      <dgm:prSet/>
      <dgm:spPr/>
      <dgm:t>
        <a:bodyPr/>
        <a:lstStyle/>
        <a:p>
          <a:endParaRPr lang="en-US"/>
        </a:p>
      </dgm:t>
    </dgm:pt>
    <dgm:pt modelId="{3C691E6E-7909-4016-87F6-91523DC87A0D}">
      <dgm:prSet/>
      <dgm:spPr/>
      <dgm:t>
        <a:bodyPr/>
        <a:lstStyle/>
        <a:p>
          <a:pPr>
            <a:defRPr cap="all"/>
          </a:pPr>
          <a:r>
            <a:rPr lang="en-US" b="1"/>
            <a:t>System Development Approach </a:t>
          </a:r>
          <a:r>
            <a:rPr lang="en-US"/>
            <a:t>(Technology Used) </a:t>
          </a:r>
        </a:p>
      </dgm:t>
    </dgm:pt>
    <dgm:pt modelId="{95ED72F0-0836-475C-8D32-078CA3182B2B}" type="parTrans" cxnId="{3C9FF423-7736-43EA-97B2-E40C61FE550D}">
      <dgm:prSet/>
      <dgm:spPr/>
      <dgm:t>
        <a:bodyPr/>
        <a:lstStyle/>
        <a:p>
          <a:endParaRPr lang="en-US"/>
        </a:p>
      </dgm:t>
    </dgm:pt>
    <dgm:pt modelId="{E213F98E-E97D-469C-AC70-30E63337E89D}" type="sibTrans" cxnId="{3C9FF423-7736-43EA-97B2-E40C61FE550D}">
      <dgm:prSet/>
      <dgm:spPr/>
      <dgm:t>
        <a:bodyPr/>
        <a:lstStyle/>
        <a:p>
          <a:endParaRPr lang="en-US"/>
        </a:p>
      </dgm:t>
    </dgm:pt>
    <dgm:pt modelId="{C8E5F132-759B-434A-B24F-98638422B470}">
      <dgm:prSet/>
      <dgm:spPr/>
      <dgm:t>
        <a:bodyPr/>
        <a:lstStyle/>
        <a:p>
          <a:pPr>
            <a:defRPr cap="all"/>
          </a:pPr>
          <a:r>
            <a:rPr lang="en-US" b="1"/>
            <a:t>Algorithm &amp; Deployment (Step by Step  Procedure) </a:t>
          </a:r>
          <a:endParaRPr lang="en-US"/>
        </a:p>
      </dgm:t>
    </dgm:pt>
    <dgm:pt modelId="{C807E8AF-4702-4990-8A20-B060EBE7FD73}" type="parTrans" cxnId="{9D4CEA16-4B12-4C37-A4DB-F7F30DCAD9AA}">
      <dgm:prSet/>
      <dgm:spPr/>
      <dgm:t>
        <a:bodyPr/>
        <a:lstStyle/>
        <a:p>
          <a:endParaRPr lang="en-US"/>
        </a:p>
      </dgm:t>
    </dgm:pt>
    <dgm:pt modelId="{A563A4FC-D4D8-4988-936C-32B457685EFF}" type="sibTrans" cxnId="{9D4CEA16-4B12-4C37-A4DB-F7F30DCAD9AA}">
      <dgm:prSet/>
      <dgm:spPr/>
      <dgm:t>
        <a:bodyPr/>
        <a:lstStyle/>
        <a:p>
          <a:endParaRPr lang="en-US"/>
        </a:p>
      </dgm:t>
    </dgm:pt>
    <dgm:pt modelId="{E1C79950-5569-4F1C-9308-00F3F4B92740}">
      <dgm:prSet/>
      <dgm:spPr/>
      <dgm:t>
        <a:bodyPr/>
        <a:lstStyle/>
        <a:p>
          <a:pPr>
            <a:defRPr cap="all"/>
          </a:pPr>
          <a:r>
            <a:rPr lang="en-US" b="1"/>
            <a:t>Result</a:t>
          </a:r>
          <a:endParaRPr lang="en-US"/>
        </a:p>
      </dgm:t>
    </dgm:pt>
    <dgm:pt modelId="{7EC3805E-9AD9-4DD5-8A05-5193A4FCF677}" type="parTrans" cxnId="{9C686621-B939-46CD-B6EF-2423BAEAB9FE}">
      <dgm:prSet/>
      <dgm:spPr/>
      <dgm:t>
        <a:bodyPr/>
        <a:lstStyle/>
        <a:p>
          <a:endParaRPr lang="en-US"/>
        </a:p>
      </dgm:t>
    </dgm:pt>
    <dgm:pt modelId="{C891C8DC-24A8-4266-BBEF-A6293ECC46FB}" type="sibTrans" cxnId="{9C686621-B939-46CD-B6EF-2423BAEAB9FE}">
      <dgm:prSet/>
      <dgm:spPr/>
      <dgm:t>
        <a:bodyPr/>
        <a:lstStyle/>
        <a:p>
          <a:endParaRPr lang="en-US"/>
        </a:p>
      </dgm:t>
    </dgm:pt>
    <dgm:pt modelId="{47F58580-8691-41DB-951F-32CCCC1EEE46}">
      <dgm:prSet/>
      <dgm:spPr/>
      <dgm:t>
        <a:bodyPr/>
        <a:lstStyle/>
        <a:p>
          <a:pPr>
            <a:defRPr cap="all"/>
          </a:pPr>
          <a:r>
            <a:rPr lang="en-US" b="1"/>
            <a:t>Conclusion</a:t>
          </a:r>
          <a:endParaRPr lang="en-US"/>
        </a:p>
      </dgm:t>
    </dgm:pt>
    <dgm:pt modelId="{493F1FBC-6343-4BC0-BCD7-6DD3AFE94CB3}" type="parTrans" cxnId="{57E312A6-272A-4BA8-8303-49C521759A40}">
      <dgm:prSet/>
      <dgm:spPr/>
      <dgm:t>
        <a:bodyPr/>
        <a:lstStyle/>
        <a:p>
          <a:endParaRPr lang="en-US"/>
        </a:p>
      </dgm:t>
    </dgm:pt>
    <dgm:pt modelId="{4170D92F-9F25-4DFA-BB38-671041729123}" type="sibTrans" cxnId="{57E312A6-272A-4BA8-8303-49C521759A40}">
      <dgm:prSet/>
      <dgm:spPr/>
      <dgm:t>
        <a:bodyPr/>
        <a:lstStyle/>
        <a:p>
          <a:endParaRPr lang="en-US"/>
        </a:p>
      </dgm:t>
    </dgm:pt>
    <dgm:pt modelId="{98EB908A-28DE-44CC-8E2D-FD61C2DDECC6}">
      <dgm:prSet/>
      <dgm:spPr/>
      <dgm:t>
        <a:bodyPr/>
        <a:lstStyle/>
        <a:p>
          <a:pPr>
            <a:defRPr cap="all"/>
          </a:pPr>
          <a:r>
            <a:rPr lang="en-US" b="1"/>
            <a:t>Future Scope(Optonal)</a:t>
          </a:r>
          <a:endParaRPr lang="en-US"/>
        </a:p>
      </dgm:t>
    </dgm:pt>
    <dgm:pt modelId="{9CC761FE-739C-4D8E-ACEF-68F474C2B345}" type="parTrans" cxnId="{E378CA60-0575-4274-AD31-855A2FCDCA52}">
      <dgm:prSet/>
      <dgm:spPr/>
      <dgm:t>
        <a:bodyPr/>
        <a:lstStyle/>
        <a:p>
          <a:endParaRPr lang="en-US"/>
        </a:p>
      </dgm:t>
    </dgm:pt>
    <dgm:pt modelId="{B9DB15B0-4536-47A9-8B57-03275899DD54}" type="sibTrans" cxnId="{E378CA60-0575-4274-AD31-855A2FCDCA52}">
      <dgm:prSet/>
      <dgm:spPr/>
      <dgm:t>
        <a:bodyPr/>
        <a:lstStyle/>
        <a:p>
          <a:endParaRPr lang="en-US"/>
        </a:p>
      </dgm:t>
    </dgm:pt>
    <dgm:pt modelId="{818B063E-8529-43C1-91AF-67616C0BB341}">
      <dgm:prSet/>
      <dgm:spPr/>
      <dgm:t>
        <a:bodyPr/>
        <a:lstStyle/>
        <a:p>
          <a:pPr>
            <a:defRPr cap="all"/>
          </a:pPr>
          <a:r>
            <a:rPr lang="en-US" b="1"/>
            <a:t>References</a:t>
          </a:r>
          <a:endParaRPr lang="en-US"/>
        </a:p>
      </dgm:t>
    </dgm:pt>
    <dgm:pt modelId="{F29CA540-B216-42C4-8C24-DB13648C5BDA}" type="parTrans" cxnId="{409573DD-8E82-4B74-9746-6A0011B0C739}">
      <dgm:prSet/>
      <dgm:spPr/>
      <dgm:t>
        <a:bodyPr/>
        <a:lstStyle/>
        <a:p>
          <a:endParaRPr lang="en-US"/>
        </a:p>
      </dgm:t>
    </dgm:pt>
    <dgm:pt modelId="{FEB52EC5-310B-447E-B800-E65059E526DD}" type="sibTrans" cxnId="{409573DD-8E82-4B74-9746-6A0011B0C739}">
      <dgm:prSet/>
      <dgm:spPr/>
      <dgm:t>
        <a:bodyPr/>
        <a:lstStyle/>
        <a:p>
          <a:endParaRPr lang="en-US"/>
        </a:p>
      </dgm:t>
    </dgm:pt>
    <dgm:pt modelId="{E558A211-F8D6-4BC6-A968-1097B33F4DDD}" type="pres">
      <dgm:prSet presAssocID="{B5C0B4D8-7F5E-4FA5-B222-E2BF4FA3666F}" presName="root" presStyleCnt="0">
        <dgm:presLayoutVars>
          <dgm:dir/>
          <dgm:resizeHandles val="exact"/>
        </dgm:presLayoutVars>
      </dgm:prSet>
      <dgm:spPr/>
    </dgm:pt>
    <dgm:pt modelId="{1E4FCB89-54E6-4137-8C8D-90233AEB7AD9}" type="pres">
      <dgm:prSet presAssocID="{73CCB9E5-1DA4-4901-8078-FB216A7E0008}" presName="compNode" presStyleCnt="0"/>
      <dgm:spPr/>
    </dgm:pt>
    <dgm:pt modelId="{ACF0B709-7020-4C69-AD5D-EB6289F99D33}" type="pres">
      <dgm:prSet presAssocID="{73CCB9E5-1DA4-4901-8078-FB216A7E0008}" presName="iconBgRect" presStyleLbl="bgShp" presStyleIdx="0" presStyleCnt="7"/>
      <dgm:spPr/>
    </dgm:pt>
    <dgm:pt modelId="{3D685CE1-217E-425F-81D7-752D94D5FE50}" type="pres">
      <dgm:prSet presAssocID="{73CCB9E5-1DA4-4901-8078-FB216A7E0008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sed Quotation Mark"/>
        </a:ext>
      </dgm:extLst>
    </dgm:pt>
    <dgm:pt modelId="{CF40F716-8E07-4C14-ACE0-A83FA8B0A8E3}" type="pres">
      <dgm:prSet presAssocID="{73CCB9E5-1DA4-4901-8078-FB216A7E0008}" presName="spaceRect" presStyleCnt="0"/>
      <dgm:spPr/>
    </dgm:pt>
    <dgm:pt modelId="{8BEEF206-5DC7-4301-A543-F0E6E12B9590}" type="pres">
      <dgm:prSet presAssocID="{73CCB9E5-1DA4-4901-8078-FB216A7E0008}" presName="textRect" presStyleLbl="revTx" presStyleIdx="0" presStyleCnt="7">
        <dgm:presLayoutVars>
          <dgm:chMax val="1"/>
          <dgm:chPref val="1"/>
        </dgm:presLayoutVars>
      </dgm:prSet>
      <dgm:spPr/>
    </dgm:pt>
    <dgm:pt modelId="{D612E21A-0F55-4C92-B669-8107B3889B17}" type="pres">
      <dgm:prSet presAssocID="{14CF9DAC-2B79-4B9F-81AD-3BA003472B86}" presName="sibTrans" presStyleCnt="0"/>
      <dgm:spPr/>
    </dgm:pt>
    <dgm:pt modelId="{7ED2FA8D-F306-47CC-B58D-A45B919CFD4A}" type="pres">
      <dgm:prSet presAssocID="{3C691E6E-7909-4016-87F6-91523DC87A0D}" presName="compNode" presStyleCnt="0"/>
      <dgm:spPr/>
    </dgm:pt>
    <dgm:pt modelId="{1FF8852B-C990-4828-BDE1-D0C04E39B267}" type="pres">
      <dgm:prSet presAssocID="{3C691E6E-7909-4016-87F6-91523DC87A0D}" presName="iconBgRect" presStyleLbl="bgShp" presStyleIdx="1" presStyleCnt="7"/>
      <dgm:spPr/>
    </dgm:pt>
    <dgm:pt modelId="{E1ACCAC3-88F2-443B-A081-7F9EEBD3A589}" type="pres">
      <dgm:prSet presAssocID="{3C691E6E-7909-4016-87F6-91523DC87A0D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F7158B1F-088D-4CDB-B917-AC94A5E622C8}" type="pres">
      <dgm:prSet presAssocID="{3C691E6E-7909-4016-87F6-91523DC87A0D}" presName="spaceRect" presStyleCnt="0"/>
      <dgm:spPr/>
    </dgm:pt>
    <dgm:pt modelId="{30052919-956B-45E9-B315-4F19CAD8DDAF}" type="pres">
      <dgm:prSet presAssocID="{3C691E6E-7909-4016-87F6-91523DC87A0D}" presName="textRect" presStyleLbl="revTx" presStyleIdx="1" presStyleCnt="7">
        <dgm:presLayoutVars>
          <dgm:chMax val="1"/>
          <dgm:chPref val="1"/>
        </dgm:presLayoutVars>
      </dgm:prSet>
      <dgm:spPr/>
    </dgm:pt>
    <dgm:pt modelId="{16631653-F6F1-4DD3-9FA0-165988FDAAB0}" type="pres">
      <dgm:prSet presAssocID="{E213F98E-E97D-469C-AC70-30E63337E89D}" presName="sibTrans" presStyleCnt="0"/>
      <dgm:spPr/>
    </dgm:pt>
    <dgm:pt modelId="{AB93611B-BB56-4603-8428-6D36A4DCFDA7}" type="pres">
      <dgm:prSet presAssocID="{C8E5F132-759B-434A-B24F-98638422B470}" presName="compNode" presStyleCnt="0"/>
      <dgm:spPr/>
    </dgm:pt>
    <dgm:pt modelId="{3D2DA144-C2FA-4BC2-AFAB-E4F97956E5F7}" type="pres">
      <dgm:prSet presAssocID="{C8E5F132-759B-434A-B24F-98638422B470}" presName="iconBgRect" presStyleLbl="bgShp" presStyleIdx="2" presStyleCnt="7"/>
      <dgm:spPr/>
    </dgm:pt>
    <dgm:pt modelId="{B1174194-AB09-499E-B609-8F0396FD584D}" type="pres">
      <dgm:prSet presAssocID="{C8E5F132-759B-434A-B24F-98638422B470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C08CA637-B31E-409A-843B-7C1B5F3202E7}" type="pres">
      <dgm:prSet presAssocID="{C8E5F132-759B-434A-B24F-98638422B470}" presName="spaceRect" presStyleCnt="0"/>
      <dgm:spPr/>
    </dgm:pt>
    <dgm:pt modelId="{2FF5FC54-F0F0-4182-850C-B677E809558F}" type="pres">
      <dgm:prSet presAssocID="{C8E5F132-759B-434A-B24F-98638422B470}" presName="textRect" presStyleLbl="revTx" presStyleIdx="2" presStyleCnt="7">
        <dgm:presLayoutVars>
          <dgm:chMax val="1"/>
          <dgm:chPref val="1"/>
        </dgm:presLayoutVars>
      </dgm:prSet>
      <dgm:spPr/>
    </dgm:pt>
    <dgm:pt modelId="{C3B49E94-408A-4C2C-B85A-A12930D68D1C}" type="pres">
      <dgm:prSet presAssocID="{A563A4FC-D4D8-4988-936C-32B457685EFF}" presName="sibTrans" presStyleCnt="0"/>
      <dgm:spPr/>
    </dgm:pt>
    <dgm:pt modelId="{8493B32F-F504-45A5-90F2-AB5851937A1D}" type="pres">
      <dgm:prSet presAssocID="{E1C79950-5569-4F1C-9308-00F3F4B92740}" presName="compNode" presStyleCnt="0"/>
      <dgm:spPr/>
    </dgm:pt>
    <dgm:pt modelId="{2F4E2B3C-6025-42E1-B494-BB940FEF217E}" type="pres">
      <dgm:prSet presAssocID="{E1C79950-5569-4F1C-9308-00F3F4B92740}" presName="iconBgRect" presStyleLbl="bgShp" presStyleIdx="3" presStyleCnt="7"/>
      <dgm:spPr/>
    </dgm:pt>
    <dgm:pt modelId="{E465EA8D-CB94-476B-BA52-90AEB3FA93C8}" type="pres">
      <dgm:prSet presAssocID="{E1C79950-5569-4F1C-9308-00F3F4B92740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044A7817-0FE6-4BF4-B1B1-B809C003727B}" type="pres">
      <dgm:prSet presAssocID="{E1C79950-5569-4F1C-9308-00F3F4B92740}" presName="spaceRect" presStyleCnt="0"/>
      <dgm:spPr/>
    </dgm:pt>
    <dgm:pt modelId="{B6C8F9D4-7A94-4697-A419-C3A4F85D2DC0}" type="pres">
      <dgm:prSet presAssocID="{E1C79950-5569-4F1C-9308-00F3F4B92740}" presName="textRect" presStyleLbl="revTx" presStyleIdx="3" presStyleCnt="7">
        <dgm:presLayoutVars>
          <dgm:chMax val="1"/>
          <dgm:chPref val="1"/>
        </dgm:presLayoutVars>
      </dgm:prSet>
      <dgm:spPr/>
    </dgm:pt>
    <dgm:pt modelId="{B5F185A4-0092-4001-813C-EB5D787FA916}" type="pres">
      <dgm:prSet presAssocID="{C891C8DC-24A8-4266-BBEF-A6293ECC46FB}" presName="sibTrans" presStyleCnt="0"/>
      <dgm:spPr/>
    </dgm:pt>
    <dgm:pt modelId="{692D4EDC-D537-400D-984C-1CD418B95942}" type="pres">
      <dgm:prSet presAssocID="{47F58580-8691-41DB-951F-32CCCC1EEE46}" presName="compNode" presStyleCnt="0"/>
      <dgm:spPr/>
    </dgm:pt>
    <dgm:pt modelId="{14F6F7CC-0AD5-4739-8B8B-F85477AD67EE}" type="pres">
      <dgm:prSet presAssocID="{47F58580-8691-41DB-951F-32CCCC1EEE46}" presName="iconBgRect" presStyleLbl="bgShp" presStyleIdx="4" presStyleCnt="7"/>
      <dgm:spPr/>
    </dgm:pt>
    <dgm:pt modelId="{4146F13C-8358-442E-8014-39B2C68BA1DC}" type="pres">
      <dgm:prSet presAssocID="{47F58580-8691-41DB-951F-32CCCC1EEE46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vel"/>
        </a:ext>
      </dgm:extLst>
    </dgm:pt>
    <dgm:pt modelId="{615C45A6-FD75-4F00-B259-DEE43D2B1F5C}" type="pres">
      <dgm:prSet presAssocID="{47F58580-8691-41DB-951F-32CCCC1EEE46}" presName="spaceRect" presStyleCnt="0"/>
      <dgm:spPr/>
    </dgm:pt>
    <dgm:pt modelId="{D7808400-01C9-43EF-83A2-AD3608A91D23}" type="pres">
      <dgm:prSet presAssocID="{47F58580-8691-41DB-951F-32CCCC1EEE46}" presName="textRect" presStyleLbl="revTx" presStyleIdx="4" presStyleCnt="7">
        <dgm:presLayoutVars>
          <dgm:chMax val="1"/>
          <dgm:chPref val="1"/>
        </dgm:presLayoutVars>
      </dgm:prSet>
      <dgm:spPr/>
    </dgm:pt>
    <dgm:pt modelId="{983DC510-166F-497B-9AFD-4AC8D7B60AB3}" type="pres">
      <dgm:prSet presAssocID="{4170D92F-9F25-4DFA-BB38-671041729123}" presName="sibTrans" presStyleCnt="0"/>
      <dgm:spPr/>
    </dgm:pt>
    <dgm:pt modelId="{278C5BAD-EC3B-4E0D-BB49-F054311CE1B0}" type="pres">
      <dgm:prSet presAssocID="{98EB908A-28DE-44CC-8E2D-FD61C2DDECC6}" presName="compNode" presStyleCnt="0"/>
      <dgm:spPr/>
    </dgm:pt>
    <dgm:pt modelId="{30444541-CE2B-4E5B-B49D-E485291CE9EB}" type="pres">
      <dgm:prSet presAssocID="{98EB908A-28DE-44CC-8E2D-FD61C2DDECC6}" presName="iconBgRect" presStyleLbl="bgShp" presStyleIdx="5" presStyleCnt="7"/>
      <dgm:spPr/>
    </dgm:pt>
    <dgm:pt modelId="{A279AD54-7777-401B-BFBA-0AE17BC51979}" type="pres">
      <dgm:prSet presAssocID="{98EB908A-28DE-44CC-8E2D-FD61C2DDECC6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339FA936-9275-4EC9-A534-9E0562CF1EF1}" type="pres">
      <dgm:prSet presAssocID="{98EB908A-28DE-44CC-8E2D-FD61C2DDECC6}" presName="spaceRect" presStyleCnt="0"/>
      <dgm:spPr/>
    </dgm:pt>
    <dgm:pt modelId="{41FCF523-0F08-4493-A840-2FC6942F7EEE}" type="pres">
      <dgm:prSet presAssocID="{98EB908A-28DE-44CC-8E2D-FD61C2DDECC6}" presName="textRect" presStyleLbl="revTx" presStyleIdx="5" presStyleCnt="7">
        <dgm:presLayoutVars>
          <dgm:chMax val="1"/>
          <dgm:chPref val="1"/>
        </dgm:presLayoutVars>
      </dgm:prSet>
      <dgm:spPr/>
    </dgm:pt>
    <dgm:pt modelId="{E90DDFE0-30ED-41E1-8FA1-FAF807C23B53}" type="pres">
      <dgm:prSet presAssocID="{B9DB15B0-4536-47A9-8B57-03275899DD54}" presName="sibTrans" presStyleCnt="0"/>
      <dgm:spPr/>
    </dgm:pt>
    <dgm:pt modelId="{231AEB98-5CA0-4A3B-9325-BD5D0AEA05DB}" type="pres">
      <dgm:prSet presAssocID="{818B063E-8529-43C1-91AF-67616C0BB341}" presName="compNode" presStyleCnt="0"/>
      <dgm:spPr/>
    </dgm:pt>
    <dgm:pt modelId="{8891072D-058E-4BE7-A236-727129014E46}" type="pres">
      <dgm:prSet presAssocID="{818B063E-8529-43C1-91AF-67616C0BB341}" presName="iconBgRect" presStyleLbl="bgShp" presStyleIdx="6" presStyleCnt="7"/>
      <dgm:spPr/>
    </dgm:pt>
    <dgm:pt modelId="{5B7DC934-D9EF-4303-89C5-46CCB1670D94}" type="pres">
      <dgm:prSet presAssocID="{818B063E-8529-43C1-91AF-67616C0BB341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E9DB6D12-C3B6-46C5-92CC-74CF170D44DB}" type="pres">
      <dgm:prSet presAssocID="{818B063E-8529-43C1-91AF-67616C0BB341}" presName="spaceRect" presStyleCnt="0"/>
      <dgm:spPr/>
    </dgm:pt>
    <dgm:pt modelId="{787D6F91-4DA2-481C-B37D-9A8460986DEF}" type="pres">
      <dgm:prSet presAssocID="{818B063E-8529-43C1-91AF-67616C0BB341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9D4CEA16-4B12-4C37-A4DB-F7F30DCAD9AA}" srcId="{B5C0B4D8-7F5E-4FA5-B222-E2BF4FA3666F}" destId="{C8E5F132-759B-434A-B24F-98638422B470}" srcOrd="2" destOrd="0" parTransId="{C807E8AF-4702-4990-8A20-B060EBE7FD73}" sibTransId="{A563A4FC-D4D8-4988-936C-32B457685EFF}"/>
    <dgm:cxn modelId="{D90A8D17-A6F4-405D-8C2E-AFB1625F68D6}" type="presOf" srcId="{98EB908A-28DE-44CC-8E2D-FD61C2DDECC6}" destId="{41FCF523-0F08-4493-A840-2FC6942F7EEE}" srcOrd="0" destOrd="0" presId="urn:microsoft.com/office/officeart/2018/5/layout/IconCircleLabelList"/>
    <dgm:cxn modelId="{9C686621-B939-46CD-B6EF-2423BAEAB9FE}" srcId="{B5C0B4D8-7F5E-4FA5-B222-E2BF4FA3666F}" destId="{E1C79950-5569-4F1C-9308-00F3F4B92740}" srcOrd="3" destOrd="0" parTransId="{7EC3805E-9AD9-4DD5-8A05-5193A4FCF677}" sibTransId="{C891C8DC-24A8-4266-BBEF-A6293ECC46FB}"/>
    <dgm:cxn modelId="{3C9FF423-7736-43EA-97B2-E40C61FE550D}" srcId="{B5C0B4D8-7F5E-4FA5-B222-E2BF4FA3666F}" destId="{3C691E6E-7909-4016-87F6-91523DC87A0D}" srcOrd="1" destOrd="0" parTransId="{95ED72F0-0836-475C-8D32-078CA3182B2B}" sibTransId="{E213F98E-E97D-469C-AC70-30E63337E89D}"/>
    <dgm:cxn modelId="{CACB733A-7B52-4676-94EA-0A4C77FFC073}" type="presOf" srcId="{3C691E6E-7909-4016-87F6-91523DC87A0D}" destId="{30052919-956B-45E9-B315-4F19CAD8DDAF}" srcOrd="0" destOrd="0" presId="urn:microsoft.com/office/officeart/2018/5/layout/IconCircleLabelList"/>
    <dgm:cxn modelId="{E378CA60-0575-4274-AD31-855A2FCDCA52}" srcId="{B5C0B4D8-7F5E-4FA5-B222-E2BF4FA3666F}" destId="{98EB908A-28DE-44CC-8E2D-FD61C2DDECC6}" srcOrd="5" destOrd="0" parTransId="{9CC761FE-739C-4D8E-ACEF-68F474C2B345}" sibTransId="{B9DB15B0-4536-47A9-8B57-03275899DD54}"/>
    <dgm:cxn modelId="{933A006C-BBF2-4925-BD4B-A065111A0943}" type="presOf" srcId="{C8E5F132-759B-434A-B24F-98638422B470}" destId="{2FF5FC54-F0F0-4182-850C-B677E809558F}" srcOrd="0" destOrd="0" presId="urn:microsoft.com/office/officeart/2018/5/layout/IconCircleLabelList"/>
    <dgm:cxn modelId="{D7AB296E-44D4-46A6-82A6-E668AA4505AE}" type="presOf" srcId="{73CCB9E5-1DA4-4901-8078-FB216A7E0008}" destId="{8BEEF206-5DC7-4301-A543-F0E6E12B9590}" srcOrd="0" destOrd="0" presId="urn:microsoft.com/office/officeart/2018/5/layout/IconCircleLabelList"/>
    <dgm:cxn modelId="{2A6EB997-ED64-4978-974B-276925399B74}" type="presOf" srcId="{B5C0B4D8-7F5E-4FA5-B222-E2BF4FA3666F}" destId="{E558A211-F8D6-4BC6-A968-1097B33F4DDD}" srcOrd="0" destOrd="0" presId="urn:microsoft.com/office/officeart/2018/5/layout/IconCircleLabelList"/>
    <dgm:cxn modelId="{1AAC7B9A-74D8-466C-8FBD-D2F7DD7957FF}" type="presOf" srcId="{818B063E-8529-43C1-91AF-67616C0BB341}" destId="{787D6F91-4DA2-481C-B37D-9A8460986DEF}" srcOrd="0" destOrd="0" presId="urn:microsoft.com/office/officeart/2018/5/layout/IconCircleLabelList"/>
    <dgm:cxn modelId="{18D7C09C-E17A-434B-8F7B-96F9F5244D02}" type="presOf" srcId="{47F58580-8691-41DB-951F-32CCCC1EEE46}" destId="{D7808400-01C9-43EF-83A2-AD3608A91D23}" srcOrd="0" destOrd="0" presId="urn:microsoft.com/office/officeart/2018/5/layout/IconCircleLabelList"/>
    <dgm:cxn modelId="{57E312A6-272A-4BA8-8303-49C521759A40}" srcId="{B5C0B4D8-7F5E-4FA5-B222-E2BF4FA3666F}" destId="{47F58580-8691-41DB-951F-32CCCC1EEE46}" srcOrd="4" destOrd="0" parTransId="{493F1FBC-6343-4BC0-BCD7-6DD3AFE94CB3}" sibTransId="{4170D92F-9F25-4DFA-BB38-671041729123}"/>
    <dgm:cxn modelId="{913E48D6-A0B6-4A36-9D61-EEF53AC7F4E4}" srcId="{B5C0B4D8-7F5E-4FA5-B222-E2BF4FA3666F}" destId="{73CCB9E5-1DA4-4901-8078-FB216A7E0008}" srcOrd="0" destOrd="0" parTransId="{C1CB21B4-2910-4258-BC09-2255A573CD52}" sibTransId="{14CF9DAC-2B79-4B9F-81AD-3BA003472B86}"/>
    <dgm:cxn modelId="{409573DD-8E82-4B74-9746-6A0011B0C739}" srcId="{B5C0B4D8-7F5E-4FA5-B222-E2BF4FA3666F}" destId="{818B063E-8529-43C1-91AF-67616C0BB341}" srcOrd="6" destOrd="0" parTransId="{F29CA540-B216-42C4-8C24-DB13648C5BDA}" sibTransId="{FEB52EC5-310B-447E-B800-E65059E526DD}"/>
    <dgm:cxn modelId="{B20A92E0-C81F-4548-AFDC-7C96A3D4DFB9}" type="presOf" srcId="{E1C79950-5569-4F1C-9308-00F3F4B92740}" destId="{B6C8F9D4-7A94-4697-A419-C3A4F85D2DC0}" srcOrd="0" destOrd="0" presId="urn:microsoft.com/office/officeart/2018/5/layout/IconCircleLabelList"/>
    <dgm:cxn modelId="{E5E61AC5-6371-4930-9D3B-795B0A5444E0}" type="presParOf" srcId="{E558A211-F8D6-4BC6-A968-1097B33F4DDD}" destId="{1E4FCB89-54E6-4137-8C8D-90233AEB7AD9}" srcOrd="0" destOrd="0" presId="urn:microsoft.com/office/officeart/2018/5/layout/IconCircleLabelList"/>
    <dgm:cxn modelId="{913F47B3-6400-4EF1-A441-8B2A2AE6A301}" type="presParOf" srcId="{1E4FCB89-54E6-4137-8C8D-90233AEB7AD9}" destId="{ACF0B709-7020-4C69-AD5D-EB6289F99D33}" srcOrd="0" destOrd="0" presId="urn:microsoft.com/office/officeart/2018/5/layout/IconCircleLabelList"/>
    <dgm:cxn modelId="{AA8C736C-3E56-484A-93D3-36351049C859}" type="presParOf" srcId="{1E4FCB89-54E6-4137-8C8D-90233AEB7AD9}" destId="{3D685CE1-217E-425F-81D7-752D94D5FE50}" srcOrd="1" destOrd="0" presId="urn:microsoft.com/office/officeart/2018/5/layout/IconCircleLabelList"/>
    <dgm:cxn modelId="{B3EF4118-608E-4B36-82D0-1ECF5D98C4A3}" type="presParOf" srcId="{1E4FCB89-54E6-4137-8C8D-90233AEB7AD9}" destId="{CF40F716-8E07-4C14-ACE0-A83FA8B0A8E3}" srcOrd="2" destOrd="0" presId="urn:microsoft.com/office/officeart/2018/5/layout/IconCircleLabelList"/>
    <dgm:cxn modelId="{CD71B532-A1B7-481C-B625-CB73EAD6BA4A}" type="presParOf" srcId="{1E4FCB89-54E6-4137-8C8D-90233AEB7AD9}" destId="{8BEEF206-5DC7-4301-A543-F0E6E12B9590}" srcOrd="3" destOrd="0" presId="urn:microsoft.com/office/officeart/2018/5/layout/IconCircleLabelList"/>
    <dgm:cxn modelId="{0EFEF892-712C-41DA-A79C-8759EEF65C78}" type="presParOf" srcId="{E558A211-F8D6-4BC6-A968-1097B33F4DDD}" destId="{D612E21A-0F55-4C92-B669-8107B3889B17}" srcOrd="1" destOrd="0" presId="urn:microsoft.com/office/officeart/2018/5/layout/IconCircleLabelList"/>
    <dgm:cxn modelId="{506774AF-9438-4A58-A1AF-2A0ACD10B105}" type="presParOf" srcId="{E558A211-F8D6-4BC6-A968-1097B33F4DDD}" destId="{7ED2FA8D-F306-47CC-B58D-A45B919CFD4A}" srcOrd="2" destOrd="0" presId="urn:microsoft.com/office/officeart/2018/5/layout/IconCircleLabelList"/>
    <dgm:cxn modelId="{40004788-DD0B-4346-9D0C-2AFC4E3172B7}" type="presParOf" srcId="{7ED2FA8D-F306-47CC-B58D-A45B919CFD4A}" destId="{1FF8852B-C990-4828-BDE1-D0C04E39B267}" srcOrd="0" destOrd="0" presId="urn:microsoft.com/office/officeart/2018/5/layout/IconCircleLabelList"/>
    <dgm:cxn modelId="{8D32AC93-AD46-4CE0-973A-9E437D1DEE06}" type="presParOf" srcId="{7ED2FA8D-F306-47CC-B58D-A45B919CFD4A}" destId="{E1ACCAC3-88F2-443B-A081-7F9EEBD3A589}" srcOrd="1" destOrd="0" presId="urn:microsoft.com/office/officeart/2018/5/layout/IconCircleLabelList"/>
    <dgm:cxn modelId="{A7CEFCEB-E918-45AB-8035-4DEF97FA9518}" type="presParOf" srcId="{7ED2FA8D-F306-47CC-B58D-A45B919CFD4A}" destId="{F7158B1F-088D-4CDB-B917-AC94A5E622C8}" srcOrd="2" destOrd="0" presId="urn:microsoft.com/office/officeart/2018/5/layout/IconCircleLabelList"/>
    <dgm:cxn modelId="{7FF17048-A5A1-4BCD-AFD4-50F7F94EBD48}" type="presParOf" srcId="{7ED2FA8D-F306-47CC-B58D-A45B919CFD4A}" destId="{30052919-956B-45E9-B315-4F19CAD8DDAF}" srcOrd="3" destOrd="0" presId="urn:microsoft.com/office/officeart/2018/5/layout/IconCircleLabelList"/>
    <dgm:cxn modelId="{ECC086DA-5EEE-4C73-9542-959C2C7CA9E8}" type="presParOf" srcId="{E558A211-F8D6-4BC6-A968-1097B33F4DDD}" destId="{16631653-F6F1-4DD3-9FA0-165988FDAAB0}" srcOrd="3" destOrd="0" presId="urn:microsoft.com/office/officeart/2018/5/layout/IconCircleLabelList"/>
    <dgm:cxn modelId="{EA52C8D2-35A7-43BD-84AB-CA0FCC73A5F0}" type="presParOf" srcId="{E558A211-F8D6-4BC6-A968-1097B33F4DDD}" destId="{AB93611B-BB56-4603-8428-6D36A4DCFDA7}" srcOrd="4" destOrd="0" presId="urn:microsoft.com/office/officeart/2018/5/layout/IconCircleLabelList"/>
    <dgm:cxn modelId="{73A1D45D-320E-431F-98B8-D26DA4E5614B}" type="presParOf" srcId="{AB93611B-BB56-4603-8428-6D36A4DCFDA7}" destId="{3D2DA144-C2FA-4BC2-AFAB-E4F97956E5F7}" srcOrd="0" destOrd="0" presId="urn:microsoft.com/office/officeart/2018/5/layout/IconCircleLabelList"/>
    <dgm:cxn modelId="{A96783E5-FB80-414B-BA33-144AA7D091C6}" type="presParOf" srcId="{AB93611B-BB56-4603-8428-6D36A4DCFDA7}" destId="{B1174194-AB09-499E-B609-8F0396FD584D}" srcOrd="1" destOrd="0" presId="urn:microsoft.com/office/officeart/2018/5/layout/IconCircleLabelList"/>
    <dgm:cxn modelId="{3A300795-7F39-41F7-8AC5-5A9AE062EBA9}" type="presParOf" srcId="{AB93611B-BB56-4603-8428-6D36A4DCFDA7}" destId="{C08CA637-B31E-409A-843B-7C1B5F3202E7}" srcOrd="2" destOrd="0" presId="urn:microsoft.com/office/officeart/2018/5/layout/IconCircleLabelList"/>
    <dgm:cxn modelId="{8EB70699-79D6-4980-9198-2AAA79EF1C33}" type="presParOf" srcId="{AB93611B-BB56-4603-8428-6D36A4DCFDA7}" destId="{2FF5FC54-F0F0-4182-850C-B677E809558F}" srcOrd="3" destOrd="0" presId="urn:microsoft.com/office/officeart/2018/5/layout/IconCircleLabelList"/>
    <dgm:cxn modelId="{C4E61756-87B2-4E44-ABDB-2FD8C6C194C8}" type="presParOf" srcId="{E558A211-F8D6-4BC6-A968-1097B33F4DDD}" destId="{C3B49E94-408A-4C2C-B85A-A12930D68D1C}" srcOrd="5" destOrd="0" presId="urn:microsoft.com/office/officeart/2018/5/layout/IconCircleLabelList"/>
    <dgm:cxn modelId="{6632DAA8-4B24-47E1-A282-749FD52D8A49}" type="presParOf" srcId="{E558A211-F8D6-4BC6-A968-1097B33F4DDD}" destId="{8493B32F-F504-45A5-90F2-AB5851937A1D}" srcOrd="6" destOrd="0" presId="urn:microsoft.com/office/officeart/2018/5/layout/IconCircleLabelList"/>
    <dgm:cxn modelId="{0FB26702-9D32-4ED4-80C6-ADC50A18B029}" type="presParOf" srcId="{8493B32F-F504-45A5-90F2-AB5851937A1D}" destId="{2F4E2B3C-6025-42E1-B494-BB940FEF217E}" srcOrd="0" destOrd="0" presId="urn:microsoft.com/office/officeart/2018/5/layout/IconCircleLabelList"/>
    <dgm:cxn modelId="{A727AE83-4693-4F85-8D5E-9E9224AFA76E}" type="presParOf" srcId="{8493B32F-F504-45A5-90F2-AB5851937A1D}" destId="{E465EA8D-CB94-476B-BA52-90AEB3FA93C8}" srcOrd="1" destOrd="0" presId="urn:microsoft.com/office/officeart/2018/5/layout/IconCircleLabelList"/>
    <dgm:cxn modelId="{B99EB692-1D37-4C83-BD22-C6E4788195D2}" type="presParOf" srcId="{8493B32F-F504-45A5-90F2-AB5851937A1D}" destId="{044A7817-0FE6-4BF4-B1B1-B809C003727B}" srcOrd="2" destOrd="0" presId="urn:microsoft.com/office/officeart/2018/5/layout/IconCircleLabelList"/>
    <dgm:cxn modelId="{EC8D1C0E-00F3-4A31-961B-7A9546081EA9}" type="presParOf" srcId="{8493B32F-F504-45A5-90F2-AB5851937A1D}" destId="{B6C8F9D4-7A94-4697-A419-C3A4F85D2DC0}" srcOrd="3" destOrd="0" presId="urn:microsoft.com/office/officeart/2018/5/layout/IconCircleLabelList"/>
    <dgm:cxn modelId="{EA385F17-4DF7-4363-A61E-5C1E21F94680}" type="presParOf" srcId="{E558A211-F8D6-4BC6-A968-1097B33F4DDD}" destId="{B5F185A4-0092-4001-813C-EB5D787FA916}" srcOrd="7" destOrd="0" presId="urn:microsoft.com/office/officeart/2018/5/layout/IconCircleLabelList"/>
    <dgm:cxn modelId="{C9115FCF-EFEE-4FE2-BE1F-D10A13E64DBB}" type="presParOf" srcId="{E558A211-F8D6-4BC6-A968-1097B33F4DDD}" destId="{692D4EDC-D537-400D-984C-1CD418B95942}" srcOrd="8" destOrd="0" presId="urn:microsoft.com/office/officeart/2018/5/layout/IconCircleLabelList"/>
    <dgm:cxn modelId="{6B556F9A-C0CF-408B-AF76-31B2D5F3F9B0}" type="presParOf" srcId="{692D4EDC-D537-400D-984C-1CD418B95942}" destId="{14F6F7CC-0AD5-4739-8B8B-F85477AD67EE}" srcOrd="0" destOrd="0" presId="urn:microsoft.com/office/officeart/2018/5/layout/IconCircleLabelList"/>
    <dgm:cxn modelId="{FE6E4DC2-58F8-4955-9861-E85EBCEFED24}" type="presParOf" srcId="{692D4EDC-D537-400D-984C-1CD418B95942}" destId="{4146F13C-8358-442E-8014-39B2C68BA1DC}" srcOrd="1" destOrd="0" presId="urn:microsoft.com/office/officeart/2018/5/layout/IconCircleLabelList"/>
    <dgm:cxn modelId="{E83B1A2E-F9EA-4B1F-8406-B9D1083CAD7B}" type="presParOf" srcId="{692D4EDC-D537-400D-984C-1CD418B95942}" destId="{615C45A6-FD75-4F00-B259-DEE43D2B1F5C}" srcOrd="2" destOrd="0" presId="urn:microsoft.com/office/officeart/2018/5/layout/IconCircleLabelList"/>
    <dgm:cxn modelId="{DB1214FB-6986-4867-A12C-48AB936ED679}" type="presParOf" srcId="{692D4EDC-D537-400D-984C-1CD418B95942}" destId="{D7808400-01C9-43EF-83A2-AD3608A91D23}" srcOrd="3" destOrd="0" presId="urn:microsoft.com/office/officeart/2018/5/layout/IconCircleLabelList"/>
    <dgm:cxn modelId="{BAE43531-7561-450F-9AB3-CC79BEE5758A}" type="presParOf" srcId="{E558A211-F8D6-4BC6-A968-1097B33F4DDD}" destId="{983DC510-166F-497B-9AFD-4AC8D7B60AB3}" srcOrd="9" destOrd="0" presId="urn:microsoft.com/office/officeart/2018/5/layout/IconCircleLabelList"/>
    <dgm:cxn modelId="{5497861F-B3B8-4040-8AF8-8EB0DE0D2E54}" type="presParOf" srcId="{E558A211-F8D6-4BC6-A968-1097B33F4DDD}" destId="{278C5BAD-EC3B-4E0D-BB49-F054311CE1B0}" srcOrd="10" destOrd="0" presId="urn:microsoft.com/office/officeart/2018/5/layout/IconCircleLabelList"/>
    <dgm:cxn modelId="{259FA7A6-FA57-4461-B751-FF9D8641583F}" type="presParOf" srcId="{278C5BAD-EC3B-4E0D-BB49-F054311CE1B0}" destId="{30444541-CE2B-4E5B-B49D-E485291CE9EB}" srcOrd="0" destOrd="0" presId="urn:microsoft.com/office/officeart/2018/5/layout/IconCircleLabelList"/>
    <dgm:cxn modelId="{09D81744-E102-4CBE-B2AF-A147A99A3E41}" type="presParOf" srcId="{278C5BAD-EC3B-4E0D-BB49-F054311CE1B0}" destId="{A279AD54-7777-401B-BFBA-0AE17BC51979}" srcOrd="1" destOrd="0" presId="urn:microsoft.com/office/officeart/2018/5/layout/IconCircleLabelList"/>
    <dgm:cxn modelId="{DD9D9242-D241-433B-9DBF-6C912EEF66AC}" type="presParOf" srcId="{278C5BAD-EC3B-4E0D-BB49-F054311CE1B0}" destId="{339FA936-9275-4EC9-A534-9E0562CF1EF1}" srcOrd="2" destOrd="0" presId="urn:microsoft.com/office/officeart/2018/5/layout/IconCircleLabelList"/>
    <dgm:cxn modelId="{242F59C7-034C-414A-A5A8-4BA771ED74E0}" type="presParOf" srcId="{278C5BAD-EC3B-4E0D-BB49-F054311CE1B0}" destId="{41FCF523-0F08-4493-A840-2FC6942F7EEE}" srcOrd="3" destOrd="0" presId="urn:microsoft.com/office/officeart/2018/5/layout/IconCircleLabelList"/>
    <dgm:cxn modelId="{FDAA8951-08D0-4EB0-85F0-410B67F998AD}" type="presParOf" srcId="{E558A211-F8D6-4BC6-A968-1097B33F4DDD}" destId="{E90DDFE0-30ED-41E1-8FA1-FAF807C23B53}" srcOrd="11" destOrd="0" presId="urn:microsoft.com/office/officeart/2018/5/layout/IconCircleLabelList"/>
    <dgm:cxn modelId="{F047DCB3-12C7-4B9D-B0E4-65E43350B49B}" type="presParOf" srcId="{E558A211-F8D6-4BC6-A968-1097B33F4DDD}" destId="{231AEB98-5CA0-4A3B-9325-BD5D0AEA05DB}" srcOrd="12" destOrd="0" presId="urn:microsoft.com/office/officeart/2018/5/layout/IconCircleLabelList"/>
    <dgm:cxn modelId="{E9333EE3-3925-4C23-931E-FD873BDA5CC3}" type="presParOf" srcId="{231AEB98-5CA0-4A3B-9325-BD5D0AEA05DB}" destId="{8891072D-058E-4BE7-A236-727129014E46}" srcOrd="0" destOrd="0" presId="urn:microsoft.com/office/officeart/2018/5/layout/IconCircleLabelList"/>
    <dgm:cxn modelId="{E251C0D2-0D48-4D34-A0AE-8CF175E43014}" type="presParOf" srcId="{231AEB98-5CA0-4A3B-9325-BD5D0AEA05DB}" destId="{5B7DC934-D9EF-4303-89C5-46CCB1670D94}" srcOrd="1" destOrd="0" presId="urn:microsoft.com/office/officeart/2018/5/layout/IconCircleLabelList"/>
    <dgm:cxn modelId="{28C9E2C3-733D-4528-AA82-4D984C130290}" type="presParOf" srcId="{231AEB98-5CA0-4A3B-9325-BD5D0AEA05DB}" destId="{E9DB6D12-C3B6-46C5-92CC-74CF170D44DB}" srcOrd="2" destOrd="0" presId="urn:microsoft.com/office/officeart/2018/5/layout/IconCircleLabelList"/>
    <dgm:cxn modelId="{58402BEC-8460-4B75-838C-D0EC824E3B0A}" type="presParOf" srcId="{231AEB98-5CA0-4A3B-9325-BD5D0AEA05DB}" destId="{787D6F91-4DA2-481C-B37D-9A8460986DEF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10A9302-7CB4-4311-9E2A-CF472F94CE5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6B31AB8-2845-4F5A-91F2-73CD5C414124}">
      <dgm:prSet/>
      <dgm:spPr/>
      <dgm:t>
        <a:bodyPr/>
        <a:lstStyle/>
        <a:p>
          <a:r>
            <a:rPr lang="en-IN" b="1"/>
            <a:t>Step-by-Step Procedure:</a:t>
          </a:r>
          <a:endParaRPr lang="en-US"/>
        </a:p>
      </dgm:t>
    </dgm:pt>
    <dgm:pt modelId="{ED99597B-07DA-4921-B1BB-F418C00D9046}" type="parTrans" cxnId="{D7006627-47CC-4ADB-89A9-9E9FE86423B5}">
      <dgm:prSet/>
      <dgm:spPr/>
      <dgm:t>
        <a:bodyPr/>
        <a:lstStyle/>
        <a:p>
          <a:endParaRPr lang="en-US"/>
        </a:p>
      </dgm:t>
    </dgm:pt>
    <dgm:pt modelId="{B27426E7-A80A-424C-BADC-5573E291A0DA}" type="sibTrans" cxnId="{D7006627-47CC-4ADB-89A9-9E9FE86423B5}">
      <dgm:prSet/>
      <dgm:spPr/>
      <dgm:t>
        <a:bodyPr/>
        <a:lstStyle/>
        <a:p>
          <a:endParaRPr lang="en-US"/>
        </a:p>
      </dgm:t>
    </dgm:pt>
    <dgm:pt modelId="{A666E87D-4129-42C3-AD33-7108C2EA2358}">
      <dgm:prSet/>
      <dgm:spPr/>
      <dgm:t>
        <a:bodyPr/>
        <a:lstStyle/>
        <a:p>
          <a:r>
            <a:rPr lang="en-IN"/>
            <a:t>Data collection and loading (CSV format)</a:t>
          </a:r>
          <a:endParaRPr lang="en-US"/>
        </a:p>
      </dgm:t>
    </dgm:pt>
    <dgm:pt modelId="{BAEC96DA-CDBF-47AF-AA8A-9C9A4B9C8DC5}" type="parTrans" cxnId="{84D4300A-E9C1-44D9-921B-2AA608A2319A}">
      <dgm:prSet/>
      <dgm:spPr/>
      <dgm:t>
        <a:bodyPr/>
        <a:lstStyle/>
        <a:p>
          <a:endParaRPr lang="en-US"/>
        </a:p>
      </dgm:t>
    </dgm:pt>
    <dgm:pt modelId="{17EB7DB5-8F4C-4D85-BA8B-68A5B1089FCA}" type="sibTrans" cxnId="{84D4300A-E9C1-44D9-921B-2AA608A2319A}">
      <dgm:prSet/>
      <dgm:spPr/>
      <dgm:t>
        <a:bodyPr/>
        <a:lstStyle/>
        <a:p>
          <a:endParaRPr lang="en-US"/>
        </a:p>
      </dgm:t>
    </dgm:pt>
    <dgm:pt modelId="{9291C661-1B15-4580-964E-7F0C958E71CD}">
      <dgm:prSet/>
      <dgm:spPr/>
      <dgm:t>
        <a:bodyPr/>
        <a:lstStyle/>
        <a:p>
          <a:r>
            <a:rPr lang="en-IN"/>
            <a:t>Data cleaning and preprocessing (handling nulls, encoding, normalization)</a:t>
          </a:r>
          <a:endParaRPr lang="en-US"/>
        </a:p>
      </dgm:t>
    </dgm:pt>
    <dgm:pt modelId="{AA9F8453-2602-4DF3-B696-5240E5B88315}" type="parTrans" cxnId="{E3856F71-22F7-4D2E-92A2-D102286786E7}">
      <dgm:prSet/>
      <dgm:spPr/>
      <dgm:t>
        <a:bodyPr/>
        <a:lstStyle/>
        <a:p>
          <a:endParaRPr lang="en-US"/>
        </a:p>
      </dgm:t>
    </dgm:pt>
    <dgm:pt modelId="{C5EC382C-9154-4D89-A1E4-0048F4FF14BC}" type="sibTrans" cxnId="{E3856F71-22F7-4D2E-92A2-D102286786E7}">
      <dgm:prSet/>
      <dgm:spPr/>
      <dgm:t>
        <a:bodyPr/>
        <a:lstStyle/>
        <a:p>
          <a:endParaRPr lang="en-US"/>
        </a:p>
      </dgm:t>
    </dgm:pt>
    <dgm:pt modelId="{A3976977-3CFA-4019-9BD9-D376D2552061}">
      <dgm:prSet/>
      <dgm:spPr/>
      <dgm:t>
        <a:bodyPr/>
        <a:lstStyle/>
        <a:p>
          <a:r>
            <a:rPr lang="en-IN"/>
            <a:t>Feature selection and data visualization</a:t>
          </a:r>
          <a:endParaRPr lang="en-US"/>
        </a:p>
      </dgm:t>
    </dgm:pt>
    <dgm:pt modelId="{BBF6EE1E-3D35-4130-BEFA-2C471ACAD514}" type="parTrans" cxnId="{3EAE8735-E521-4489-8204-66EBD354D8C6}">
      <dgm:prSet/>
      <dgm:spPr/>
      <dgm:t>
        <a:bodyPr/>
        <a:lstStyle/>
        <a:p>
          <a:endParaRPr lang="en-US"/>
        </a:p>
      </dgm:t>
    </dgm:pt>
    <dgm:pt modelId="{AAA7930F-99C6-4412-9FE8-ABE909A8EA44}" type="sibTrans" cxnId="{3EAE8735-E521-4489-8204-66EBD354D8C6}">
      <dgm:prSet/>
      <dgm:spPr/>
      <dgm:t>
        <a:bodyPr/>
        <a:lstStyle/>
        <a:p>
          <a:endParaRPr lang="en-US"/>
        </a:p>
      </dgm:t>
    </dgm:pt>
    <dgm:pt modelId="{B2371CC7-6F2E-45C9-91BD-5506F68D70FE}">
      <dgm:prSet/>
      <dgm:spPr/>
      <dgm:t>
        <a:bodyPr/>
        <a:lstStyle/>
        <a:p>
          <a:r>
            <a:rPr lang="en-IN"/>
            <a:t>Splitting dataset into training and testing sets</a:t>
          </a:r>
          <a:endParaRPr lang="en-US"/>
        </a:p>
      </dgm:t>
    </dgm:pt>
    <dgm:pt modelId="{2CD0C787-7A6B-4712-98D0-A1C7181AE625}" type="parTrans" cxnId="{EC89A31E-F117-4D9E-B106-899119B0D085}">
      <dgm:prSet/>
      <dgm:spPr/>
      <dgm:t>
        <a:bodyPr/>
        <a:lstStyle/>
        <a:p>
          <a:endParaRPr lang="en-US"/>
        </a:p>
      </dgm:t>
    </dgm:pt>
    <dgm:pt modelId="{DD0911A4-E4B3-4AF7-91E5-025EDA5263AF}" type="sibTrans" cxnId="{EC89A31E-F117-4D9E-B106-899119B0D085}">
      <dgm:prSet/>
      <dgm:spPr/>
      <dgm:t>
        <a:bodyPr/>
        <a:lstStyle/>
        <a:p>
          <a:endParaRPr lang="en-US"/>
        </a:p>
      </dgm:t>
    </dgm:pt>
    <dgm:pt modelId="{A053C8C2-43D8-49C3-9FE3-780AAEE1EF2A}">
      <dgm:prSet/>
      <dgm:spPr/>
      <dgm:t>
        <a:bodyPr/>
        <a:lstStyle/>
        <a:p>
          <a:r>
            <a:rPr lang="en-IN"/>
            <a:t>Model training using Random Forest Regressor</a:t>
          </a:r>
          <a:endParaRPr lang="en-US"/>
        </a:p>
      </dgm:t>
    </dgm:pt>
    <dgm:pt modelId="{FA111AB4-BB06-4F1F-8369-159EBA9535CF}" type="parTrans" cxnId="{3F1829B4-8896-47D3-A6D3-E0478C2FF8F4}">
      <dgm:prSet/>
      <dgm:spPr/>
      <dgm:t>
        <a:bodyPr/>
        <a:lstStyle/>
        <a:p>
          <a:endParaRPr lang="en-US"/>
        </a:p>
      </dgm:t>
    </dgm:pt>
    <dgm:pt modelId="{CF73525C-778D-464C-BCF2-64B369721824}" type="sibTrans" cxnId="{3F1829B4-8896-47D3-A6D3-E0478C2FF8F4}">
      <dgm:prSet/>
      <dgm:spPr/>
      <dgm:t>
        <a:bodyPr/>
        <a:lstStyle/>
        <a:p>
          <a:endParaRPr lang="en-US"/>
        </a:p>
      </dgm:t>
    </dgm:pt>
    <dgm:pt modelId="{9227801A-66B3-4DEA-BBAC-DD0234433662}">
      <dgm:prSet/>
      <dgm:spPr/>
      <dgm:t>
        <a:bodyPr/>
        <a:lstStyle/>
        <a:p>
          <a:r>
            <a:rPr lang="en-IN"/>
            <a:t>Evaluating performance with accuracy metrics (R² Score, MAE, RMSE)</a:t>
          </a:r>
          <a:endParaRPr lang="en-US"/>
        </a:p>
      </dgm:t>
    </dgm:pt>
    <dgm:pt modelId="{2721484B-D839-4E85-ACB4-774E974A1D5B}" type="parTrans" cxnId="{F54EC41F-05EC-4468-B867-5EE75F26C094}">
      <dgm:prSet/>
      <dgm:spPr/>
      <dgm:t>
        <a:bodyPr/>
        <a:lstStyle/>
        <a:p>
          <a:endParaRPr lang="en-US"/>
        </a:p>
      </dgm:t>
    </dgm:pt>
    <dgm:pt modelId="{D1C09FA1-8C46-42B7-821D-99F5D4A72B11}" type="sibTrans" cxnId="{F54EC41F-05EC-4468-B867-5EE75F26C094}">
      <dgm:prSet/>
      <dgm:spPr/>
      <dgm:t>
        <a:bodyPr/>
        <a:lstStyle/>
        <a:p>
          <a:endParaRPr lang="en-US"/>
        </a:p>
      </dgm:t>
    </dgm:pt>
    <dgm:pt modelId="{72BB30E5-E455-4BF4-891B-182F96457098}" type="pres">
      <dgm:prSet presAssocID="{D10A9302-7CB4-4311-9E2A-CF472F94CE54}" presName="linear" presStyleCnt="0">
        <dgm:presLayoutVars>
          <dgm:animLvl val="lvl"/>
          <dgm:resizeHandles val="exact"/>
        </dgm:presLayoutVars>
      </dgm:prSet>
      <dgm:spPr/>
    </dgm:pt>
    <dgm:pt modelId="{93DE550D-B466-49E1-9A84-92D206CA713A}" type="pres">
      <dgm:prSet presAssocID="{56B31AB8-2845-4F5A-91F2-73CD5C414124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C20AD7BD-F84D-4CC4-AAA7-F9D5E0D4BACB}" type="pres">
      <dgm:prSet presAssocID="{B27426E7-A80A-424C-BADC-5573E291A0DA}" presName="spacer" presStyleCnt="0"/>
      <dgm:spPr/>
    </dgm:pt>
    <dgm:pt modelId="{9A1731C6-22DB-48D6-B978-4BD30AC4E585}" type="pres">
      <dgm:prSet presAssocID="{A666E87D-4129-42C3-AD33-7108C2EA2358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80F91842-D9CB-428E-A281-8BB6793F80F6}" type="pres">
      <dgm:prSet presAssocID="{17EB7DB5-8F4C-4D85-BA8B-68A5B1089FCA}" presName="spacer" presStyleCnt="0"/>
      <dgm:spPr/>
    </dgm:pt>
    <dgm:pt modelId="{F87A0B4E-5950-46C0-91CC-C753FF38988F}" type="pres">
      <dgm:prSet presAssocID="{9291C661-1B15-4580-964E-7F0C958E71CD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42EDAEC8-DFF6-49A6-A0E4-1CE70522DFE4}" type="pres">
      <dgm:prSet presAssocID="{C5EC382C-9154-4D89-A1E4-0048F4FF14BC}" presName="spacer" presStyleCnt="0"/>
      <dgm:spPr/>
    </dgm:pt>
    <dgm:pt modelId="{A80299BA-3253-4549-8DC2-DAA361421895}" type="pres">
      <dgm:prSet presAssocID="{A3976977-3CFA-4019-9BD9-D376D2552061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013917D4-738E-48E3-B717-558D6E4F0C3B}" type="pres">
      <dgm:prSet presAssocID="{AAA7930F-99C6-4412-9FE8-ABE909A8EA44}" presName="spacer" presStyleCnt="0"/>
      <dgm:spPr/>
    </dgm:pt>
    <dgm:pt modelId="{C7D37279-BCFC-4093-93FF-74FC7D3893AE}" type="pres">
      <dgm:prSet presAssocID="{B2371CC7-6F2E-45C9-91BD-5506F68D70FE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BF375C4F-5316-4EE7-A3EF-E6BDC8953410}" type="pres">
      <dgm:prSet presAssocID="{DD0911A4-E4B3-4AF7-91E5-025EDA5263AF}" presName="spacer" presStyleCnt="0"/>
      <dgm:spPr/>
    </dgm:pt>
    <dgm:pt modelId="{73A6A692-47D3-4FB7-92D6-0202C2828AD3}" type="pres">
      <dgm:prSet presAssocID="{A053C8C2-43D8-49C3-9FE3-780AAEE1EF2A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618FE7DA-2B0F-4FDB-85B4-0E024F9BBAE1}" type="pres">
      <dgm:prSet presAssocID="{CF73525C-778D-464C-BCF2-64B369721824}" presName="spacer" presStyleCnt="0"/>
      <dgm:spPr/>
    </dgm:pt>
    <dgm:pt modelId="{F384F673-538E-4A5D-8F44-2057C9072E05}" type="pres">
      <dgm:prSet presAssocID="{9227801A-66B3-4DEA-BBAC-DD0234433662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84D4300A-E9C1-44D9-921B-2AA608A2319A}" srcId="{D10A9302-7CB4-4311-9E2A-CF472F94CE54}" destId="{A666E87D-4129-42C3-AD33-7108C2EA2358}" srcOrd="1" destOrd="0" parTransId="{BAEC96DA-CDBF-47AF-AA8A-9C9A4B9C8DC5}" sibTransId="{17EB7DB5-8F4C-4D85-BA8B-68A5B1089FCA}"/>
    <dgm:cxn modelId="{EC89A31E-F117-4D9E-B106-899119B0D085}" srcId="{D10A9302-7CB4-4311-9E2A-CF472F94CE54}" destId="{B2371CC7-6F2E-45C9-91BD-5506F68D70FE}" srcOrd="4" destOrd="0" parTransId="{2CD0C787-7A6B-4712-98D0-A1C7181AE625}" sibTransId="{DD0911A4-E4B3-4AF7-91E5-025EDA5263AF}"/>
    <dgm:cxn modelId="{F54EC41F-05EC-4468-B867-5EE75F26C094}" srcId="{D10A9302-7CB4-4311-9E2A-CF472F94CE54}" destId="{9227801A-66B3-4DEA-BBAC-DD0234433662}" srcOrd="6" destOrd="0" parTransId="{2721484B-D839-4E85-ACB4-774E974A1D5B}" sibTransId="{D1C09FA1-8C46-42B7-821D-99F5D4A72B11}"/>
    <dgm:cxn modelId="{0A98EC22-8EC2-4CEE-85D8-4AA66A500213}" type="presOf" srcId="{9291C661-1B15-4580-964E-7F0C958E71CD}" destId="{F87A0B4E-5950-46C0-91CC-C753FF38988F}" srcOrd="0" destOrd="0" presId="urn:microsoft.com/office/officeart/2005/8/layout/vList2"/>
    <dgm:cxn modelId="{E34B0125-6575-4CA5-907F-8B7DE10B684B}" type="presOf" srcId="{9227801A-66B3-4DEA-BBAC-DD0234433662}" destId="{F384F673-538E-4A5D-8F44-2057C9072E05}" srcOrd="0" destOrd="0" presId="urn:microsoft.com/office/officeart/2005/8/layout/vList2"/>
    <dgm:cxn modelId="{D7006627-47CC-4ADB-89A9-9E9FE86423B5}" srcId="{D10A9302-7CB4-4311-9E2A-CF472F94CE54}" destId="{56B31AB8-2845-4F5A-91F2-73CD5C414124}" srcOrd="0" destOrd="0" parTransId="{ED99597B-07DA-4921-B1BB-F418C00D9046}" sibTransId="{B27426E7-A80A-424C-BADC-5573E291A0DA}"/>
    <dgm:cxn modelId="{1F1B5034-0C72-4056-B651-475B1C6E2915}" type="presOf" srcId="{A3976977-3CFA-4019-9BD9-D376D2552061}" destId="{A80299BA-3253-4549-8DC2-DAA361421895}" srcOrd="0" destOrd="0" presId="urn:microsoft.com/office/officeart/2005/8/layout/vList2"/>
    <dgm:cxn modelId="{3EAE8735-E521-4489-8204-66EBD354D8C6}" srcId="{D10A9302-7CB4-4311-9E2A-CF472F94CE54}" destId="{A3976977-3CFA-4019-9BD9-D376D2552061}" srcOrd="3" destOrd="0" parTransId="{BBF6EE1E-3D35-4130-BEFA-2C471ACAD514}" sibTransId="{AAA7930F-99C6-4412-9FE8-ABE909A8EA44}"/>
    <dgm:cxn modelId="{C882D93A-A043-49C1-9973-E300BED0AC8F}" type="presOf" srcId="{56B31AB8-2845-4F5A-91F2-73CD5C414124}" destId="{93DE550D-B466-49E1-9A84-92D206CA713A}" srcOrd="0" destOrd="0" presId="urn:microsoft.com/office/officeart/2005/8/layout/vList2"/>
    <dgm:cxn modelId="{A2B64367-2D72-4B1B-BF13-F843A7FAFC63}" type="presOf" srcId="{A666E87D-4129-42C3-AD33-7108C2EA2358}" destId="{9A1731C6-22DB-48D6-B978-4BD30AC4E585}" srcOrd="0" destOrd="0" presId="urn:microsoft.com/office/officeart/2005/8/layout/vList2"/>
    <dgm:cxn modelId="{E3856F71-22F7-4D2E-92A2-D102286786E7}" srcId="{D10A9302-7CB4-4311-9E2A-CF472F94CE54}" destId="{9291C661-1B15-4580-964E-7F0C958E71CD}" srcOrd="2" destOrd="0" parTransId="{AA9F8453-2602-4DF3-B696-5240E5B88315}" sibTransId="{C5EC382C-9154-4D89-A1E4-0048F4FF14BC}"/>
    <dgm:cxn modelId="{B63F8BA4-E098-45F5-98D2-2EB4E10D7F19}" type="presOf" srcId="{B2371CC7-6F2E-45C9-91BD-5506F68D70FE}" destId="{C7D37279-BCFC-4093-93FF-74FC7D3893AE}" srcOrd="0" destOrd="0" presId="urn:microsoft.com/office/officeart/2005/8/layout/vList2"/>
    <dgm:cxn modelId="{3F1829B4-8896-47D3-A6D3-E0478C2FF8F4}" srcId="{D10A9302-7CB4-4311-9E2A-CF472F94CE54}" destId="{A053C8C2-43D8-49C3-9FE3-780AAEE1EF2A}" srcOrd="5" destOrd="0" parTransId="{FA111AB4-BB06-4F1F-8369-159EBA9535CF}" sibTransId="{CF73525C-778D-464C-BCF2-64B369721824}"/>
    <dgm:cxn modelId="{F4FF61BC-7568-4DA1-ABB3-1FAA7B26063D}" type="presOf" srcId="{D10A9302-7CB4-4311-9E2A-CF472F94CE54}" destId="{72BB30E5-E455-4BF4-891B-182F96457098}" srcOrd="0" destOrd="0" presId="urn:microsoft.com/office/officeart/2005/8/layout/vList2"/>
    <dgm:cxn modelId="{3C7B37EE-A27C-4EA5-99A6-D0768AAB285C}" type="presOf" srcId="{A053C8C2-43D8-49C3-9FE3-780AAEE1EF2A}" destId="{73A6A692-47D3-4FB7-92D6-0202C2828AD3}" srcOrd="0" destOrd="0" presId="urn:microsoft.com/office/officeart/2005/8/layout/vList2"/>
    <dgm:cxn modelId="{0EB036E5-F477-45E0-ACA1-EA25154F9583}" type="presParOf" srcId="{72BB30E5-E455-4BF4-891B-182F96457098}" destId="{93DE550D-B466-49E1-9A84-92D206CA713A}" srcOrd="0" destOrd="0" presId="urn:microsoft.com/office/officeart/2005/8/layout/vList2"/>
    <dgm:cxn modelId="{6454B8ED-D8DA-403C-8C08-AFAB32A7D8D5}" type="presParOf" srcId="{72BB30E5-E455-4BF4-891B-182F96457098}" destId="{C20AD7BD-F84D-4CC4-AAA7-F9D5E0D4BACB}" srcOrd="1" destOrd="0" presId="urn:microsoft.com/office/officeart/2005/8/layout/vList2"/>
    <dgm:cxn modelId="{7896E2C2-0C17-40D0-86C9-AAF1C4A6C3F3}" type="presParOf" srcId="{72BB30E5-E455-4BF4-891B-182F96457098}" destId="{9A1731C6-22DB-48D6-B978-4BD30AC4E585}" srcOrd="2" destOrd="0" presId="urn:microsoft.com/office/officeart/2005/8/layout/vList2"/>
    <dgm:cxn modelId="{DB079DAF-1D5F-420E-910B-99927BDD794D}" type="presParOf" srcId="{72BB30E5-E455-4BF4-891B-182F96457098}" destId="{80F91842-D9CB-428E-A281-8BB6793F80F6}" srcOrd="3" destOrd="0" presId="urn:microsoft.com/office/officeart/2005/8/layout/vList2"/>
    <dgm:cxn modelId="{A3799C1A-3528-4357-A898-8AA50787A10F}" type="presParOf" srcId="{72BB30E5-E455-4BF4-891B-182F96457098}" destId="{F87A0B4E-5950-46C0-91CC-C753FF38988F}" srcOrd="4" destOrd="0" presId="urn:microsoft.com/office/officeart/2005/8/layout/vList2"/>
    <dgm:cxn modelId="{0686CD35-811A-4384-A835-DFAAEE21B784}" type="presParOf" srcId="{72BB30E5-E455-4BF4-891B-182F96457098}" destId="{42EDAEC8-DFF6-49A6-A0E4-1CE70522DFE4}" srcOrd="5" destOrd="0" presId="urn:microsoft.com/office/officeart/2005/8/layout/vList2"/>
    <dgm:cxn modelId="{7082F71D-487A-4E30-9DD5-98682457CBC1}" type="presParOf" srcId="{72BB30E5-E455-4BF4-891B-182F96457098}" destId="{A80299BA-3253-4549-8DC2-DAA361421895}" srcOrd="6" destOrd="0" presId="urn:microsoft.com/office/officeart/2005/8/layout/vList2"/>
    <dgm:cxn modelId="{FDB55D52-6DA1-4B01-94CD-2D516AC5766D}" type="presParOf" srcId="{72BB30E5-E455-4BF4-891B-182F96457098}" destId="{013917D4-738E-48E3-B717-558D6E4F0C3B}" srcOrd="7" destOrd="0" presId="urn:microsoft.com/office/officeart/2005/8/layout/vList2"/>
    <dgm:cxn modelId="{6A286DF1-F754-4C11-9211-F5353BC6F082}" type="presParOf" srcId="{72BB30E5-E455-4BF4-891B-182F96457098}" destId="{C7D37279-BCFC-4093-93FF-74FC7D3893AE}" srcOrd="8" destOrd="0" presId="urn:microsoft.com/office/officeart/2005/8/layout/vList2"/>
    <dgm:cxn modelId="{8AD56CD4-026E-4056-9424-D57D9543C1CD}" type="presParOf" srcId="{72BB30E5-E455-4BF4-891B-182F96457098}" destId="{BF375C4F-5316-4EE7-A3EF-E6BDC8953410}" srcOrd="9" destOrd="0" presId="urn:microsoft.com/office/officeart/2005/8/layout/vList2"/>
    <dgm:cxn modelId="{D9BABEDF-147B-4F69-A1C0-650D521E91CC}" type="presParOf" srcId="{72BB30E5-E455-4BF4-891B-182F96457098}" destId="{73A6A692-47D3-4FB7-92D6-0202C2828AD3}" srcOrd="10" destOrd="0" presId="urn:microsoft.com/office/officeart/2005/8/layout/vList2"/>
    <dgm:cxn modelId="{A3E21C50-8276-4079-A512-041D9EEB0E5A}" type="presParOf" srcId="{72BB30E5-E455-4BF4-891B-182F96457098}" destId="{618FE7DA-2B0F-4FDB-85B4-0E024F9BBAE1}" srcOrd="11" destOrd="0" presId="urn:microsoft.com/office/officeart/2005/8/layout/vList2"/>
    <dgm:cxn modelId="{826412DF-27E0-4C1F-B4D8-F19348B3658B}" type="presParOf" srcId="{72BB30E5-E455-4BF4-891B-182F96457098}" destId="{F384F673-538E-4A5D-8F44-2057C9072E05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1F46CEB-AA8C-4A02-ABE6-633A8FC0169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E2C236D-51E7-4F05-9E84-ED86C71FEC8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Integrate with live HR databases and dashboards</a:t>
          </a:r>
          <a:endParaRPr lang="en-US"/>
        </a:p>
      </dgm:t>
    </dgm:pt>
    <dgm:pt modelId="{88E4E2E1-A12E-4ECC-A838-4C2BA7DC9E4C}" type="parTrans" cxnId="{F901406E-5AFC-4E12-BD40-4FF45383E51F}">
      <dgm:prSet/>
      <dgm:spPr/>
      <dgm:t>
        <a:bodyPr/>
        <a:lstStyle/>
        <a:p>
          <a:endParaRPr lang="en-US"/>
        </a:p>
      </dgm:t>
    </dgm:pt>
    <dgm:pt modelId="{87F56A7E-53E1-4093-8A63-7B3ACCF29C86}" type="sibTrans" cxnId="{F901406E-5AFC-4E12-BD40-4FF45383E51F}">
      <dgm:prSet/>
      <dgm:spPr/>
      <dgm:t>
        <a:bodyPr/>
        <a:lstStyle/>
        <a:p>
          <a:endParaRPr lang="en-US"/>
        </a:p>
      </dgm:t>
    </dgm:pt>
    <dgm:pt modelId="{9E2EEC85-2EDF-46CB-8D60-D11ED273248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Use deep learning for improved prediction accuracy</a:t>
          </a:r>
          <a:endParaRPr lang="en-US"/>
        </a:p>
      </dgm:t>
    </dgm:pt>
    <dgm:pt modelId="{4D8700C1-DAEC-4B3A-9812-5775D0F5148A}" type="parTrans" cxnId="{8CAB573D-E1D8-4182-B0DE-18396B97662A}">
      <dgm:prSet/>
      <dgm:spPr/>
      <dgm:t>
        <a:bodyPr/>
        <a:lstStyle/>
        <a:p>
          <a:endParaRPr lang="en-US"/>
        </a:p>
      </dgm:t>
    </dgm:pt>
    <dgm:pt modelId="{BB78D98C-9EA1-4F08-AD49-9AA918EA3A6B}" type="sibTrans" cxnId="{8CAB573D-E1D8-4182-B0DE-18396B97662A}">
      <dgm:prSet/>
      <dgm:spPr/>
      <dgm:t>
        <a:bodyPr/>
        <a:lstStyle/>
        <a:p>
          <a:endParaRPr lang="en-US"/>
        </a:p>
      </dgm:t>
    </dgm:pt>
    <dgm:pt modelId="{8074B726-62C0-4964-8F7C-99AA5B1F0EE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Build a REST API or deploy with Flask/Streamlit</a:t>
          </a:r>
          <a:endParaRPr lang="en-US"/>
        </a:p>
      </dgm:t>
    </dgm:pt>
    <dgm:pt modelId="{C64BB8BF-F281-4122-B6BA-5B4F31CB076A}" type="parTrans" cxnId="{43DD41C9-F9AB-44CC-BF22-504978EB359B}">
      <dgm:prSet/>
      <dgm:spPr/>
      <dgm:t>
        <a:bodyPr/>
        <a:lstStyle/>
        <a:p>
          <a:endParaRPr lang="en-US"/>
        </a:p>
      </dgm:t>
    </dgm:pt>
    <dgm:pt modelId="{3F90D224-ECC6-4C4B-AF89-4AAAC7B605ED}" type="sibTrans" cxnId="{43DD41C9-F9AB-44CC-BF22-504978EB359B}">
      <dgm:prSet/>
      <dgm:spPr/>
      <dgm:t>
        <a:bodyPr/>
        <a:lstStyle/>
        <a:p>
          <a:endParaRPr lang="en-US"/>
        </a:p>
      </dgm:t>
    </dgm:pt>
    <dgm:pt modelId="{F9CED2E6-FAA8-4383-A6A2-1B981977B35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Handle salary predictions across multiple industries or geographies</a:t>
          </a:r>
          <a:endParaRPr lang="en-US"/>
        </a:p>
      </dgm:t>
    </dgm:pt>
    <dgm:pt modelId="{361045EB-9D6E-4527-9F86-E81FE997A3A9}" type="parTrans" cxnId="{065ABA55-BF55-4820-A0DE-BB80D67BF512}">
      <dgm:prSet/>
      <dgm:spPr/>
      <dgm:t>
        <a:bodyPr/>
        <a:lstStyle/>
        <a:p>
          <a:endParaRPr lang="en-US"/>
        </a:p>
      </dgm:t>
    </dgm:pt>
    <dgm:pt modelId="{A2A632E8-B906-4894-A6BE-3CB451A48380}" type="sibTrans" cxnId="{065ABA55-BF55-4820-A0DE-BB80D67BF512}">
      <dgm:prSet/>
      <dgm:spPr/>
      <dgm:t>
        <a:bodyPr/>
        <a:lstStyle/>
        <a:p>
          <a:endParaRPr lang="en-US"/>
        </a:p>
      </dgm:t>
    </dgm:pt>
    <dgm:pt modelId="{F75EC666-F0E8-4AA1-A974-B76625BD235A}" type="pres">
      <dgm:prSet presAssocID="{41F46CEB-AA8C-4A02-ABE6-633A8FC01692}" presName="root" presStyleCnt="0">
        <dgm:presLayoutVars>
          <dgm:dir/>
          <dgm:resizeHandles val="exact"/>
        </dgm:presLayoutVars>
      </dgm:prSet>
      <dgm:spPr/>
    </dgm:pt>
    <dgm:pt modelId="{1E3E5DDB-DFDF-4085-9063-E964AA1A8EF9}" type="pres">
      <dgm:prSet presAssocID="{3E2C236D-51E7-4F05-9E84-ED86C71FEC85}" presName="compNode" presStyleCnt="0"/>
      <dgm:spPr/>
    </dgm:pt>
    <dgm:pt modelId="{F2E5225F-B182-43F7-BF48-1FFEFC649551}" type="pres">
      <dgm:prSet presAssocID="{3E2C236D-51E7-4F05-9E84-ED86C71FEC85}" presName="bgRect" presStyleLbl="bgShp" presStyleIdx="0" presStyleCnt="4"/>
      <dgm:spPr/>
    </dgm:pt>
    <dgm:pt modelId="{FE645961-6DDF-4625-89FA-F0CC1CBDC861}" type="pres">
      <dgm:prSet presAssocID="{3E2C236D-51E7-4F05-9E84-ED86C71FEC8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2CA759FB-B878-4AD7-8F20-B89E2EE4964D}" type="pres">
      <dgm:prSet presAssocID="{3E2C236D-51E7-4F05-9E84-ED86C71FEC85}" presName="spaceRect" presStyleCnt="0"/>
      <dgm:spPr/>
    </dgm:pt>
    <dgm:pt modelId="{BA418F4C-52CF-4D84-B163-AFD8C64422A6}" type="pres">
      <dgm:prSet presAssocID="{3E2C236D-51E7-4F05-9E84-ED86C71FEC85}" presName="parTx" presStyleLbl="revTx" presStyleIdx="0" presStyleCnt="4">
        <dgm:presLayoutVars>
          <dgm:chMax val="0"/>
          <dgm:chPref val="0"/>
        </dgm:presLayoutVars>
      </dgm:prSet>
      <dgm:spPr/>
    </dgm:pt>
    <dgm:pt modelId="{49620E68-05C9-45F0-B15C-CE93D8E31B84}" type="pres">
      <dgm:prSet presAssocID="{87F56A7E-53E1-4093-8A63-7B3ACCF29C86}" presName="sibTrans" presStyleCnt="0"/>
      <dgm:spPr/>
    </dgm:pt>
    <dgm:pt modelId="{836CFBBF-3E95-419C-9DA4-1D1A120EB000}" type="pres">
      <dgm:prSet presAssocID="{9E2EEC85-2EDF-46CB-8D60-D11ED273248C}" presName="compNode" presStyleCnt="0"/>
      <dgm:spPr/>
    </dgm:pt>
    <dgm:pt modelId="{7FAA7DD3-428F-4F5E-B53F-A97AF51524D0}" type="pres">
      <dgm:prSet presAssocID="{9E2EEC85-2EDF-46CB-8D60-D11ED273248C}" presName="bgRect" presStyleLbl="bgShp" presStyleIdx="1" presStyleCnt="4"/>
      <dgm:spPr/>
    </dgm:pt>
    <dgm:pt modelId="{4D84DCFF-9B4C-47EB-929B-58AC386810E8}" type="pres">
      <dgm:prSet presAssocID="{9E2EEC85-2EDF-46CB-8D60-D11ED273248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E69CC6F7-2AD0-44B1-AEE0-846AC9EB46A1}" type="pres">
      <dgm:prSet presAssocID="{9E2EEC85-2EDF-46CB-8D60-D11ED273248C}" presName="spaceRect" presStyleCnt="0"/>
      <dgm:spPr/>
    </dgm:pt>
    <dgm:pt modelId="{199FF097-D7BA-4EA6-B9FC-3D548FB9EDD6}" type="pres">
      <dgm:prSet presAssocID="{9E2EEC85-2EDF-46CB-8D60-D11ED273248C}" presName="parTx" presStyleLbl="revTx" presStyleIdx="1" presStyleCnt="4">
        <dgm:presLayoutVars>
          <dgm:chMax val="0"/>
          <dgm:chPref val="0"/>
        </dgm:presLayoutVars>
      </dgm:prSet>
      <dgm:spPr/>
    </dgm:pt>
    <dgm:pt modelId="{538B0056-7F25-4778-955D-45B68BAAD4F3}" type="pres">
      <dgm:prSet presAssocID="{BB78D98C-9EA1-4F08-AD49-9AA918EA3A6B}" presName="sibTrans" presStyleCnt="0"/>
      <dgm:spPr/>
    </dgm:pt>
    <dgm:pt modelId="{31DD007F-7E73-40F4-8CE8-A76B15EE6BF9}" type="pres">
      <dgm:prSet presAssocID="{8074B726-62C0-4964-8F7C-99AA5B1F0EE7}" presName="compNode" presStyleCnt="0"/>
      <dgm:spPr/>
    </dgm:pt>
    <dgm:pt modelId="{6D537948-7A67-4C9F-9985-479B28E08BA5}" type="pres">
      <dgm:prSet presAssocID="{8074B726-62C0-4964-8F7C-99AA5B1F0EE7}" presName="bgRect" presStyleLbl="bgShp" presStyleIdx="2" presStyleCnt="4"/>
      <dgm:spPr/>
    </dgm:pt>
    <dgm:pt modelId="{7DEC9812-1754-4A10-83B1-303F3B5C0D30}" type="pres">
      <dgm:prSet presAssocID="{8074B726-62C0-4964-8F7C-99AA5B1F0EE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ask"/>
        </a:ext>
      </dgm:extLst>
    </dgm:pt>
    <dgm:pt modelId="{5D745E7F-7F0A-4666-8CDF-374DE2DB22F5}" type="pres">
      <dgm:prSet presAssocID="{8074B726-62C0-4964-8F7C-99AA5B1F0EE7}" presName="spaceRect" presStyleCnt="0"/>
      <dgm:spPr/>
    </dgm:pt>
    <dgm:pt modelId="{1906BB09-50C1-455F-BD3C-73E7710EDD40}" type="pres">
      <dgm:prSet presAssocID="{8074B726-62C0-4964-8F7C-99AA5B1F0EE7}" presName="parTx" presStyleLbl="revTx" presStyleIdx="2" presStyleCnt="4">
        <dgm:presLayoutVars>
          <dgm:chMax val="0"/>
          <dgm:chPref val="0"/>
        </dgm:presLayoutVars>
      </dgm:prSet>
      <dgm:spPr/>
    </dgm:pt>
    <dgm:pt modelId="{F23218E1-E508-4ADC-82E5-5F9DB03D706D}" type="pres">
      <dgm:prSet presAssocID="{3F90D224-ECC6-4C4B-AF89-4AAAC7B605ED}" presName="sibTrans" presStyleCnt="0"/>
      <dgm:spPr/>
    </dgm:pt>
    <dgm:pt modelId="{3E613F21-52A3-4B8C-92DF-69CC1C800F0F}" type="pres">
      <dgm:prSet presAssocID="{F9CED2E6-FAA8-4383-A6A2-1B981977B353}" presName="compNode" presStyleCnt="0"/>
      <dgm:spPr/>
    </dgm:pt>
    <dgm:pt modelId="{5E81D7A1-869E-4B8A-BE0D-22EB6AF75620}" type="pres">
      <dgm:prSet presAssocID="{F9CED2E6-FAA8-4383-A6A2-1B981977B353}" presName="bgRect" presStyleLbl="bgShp" presStyleIdx="3" presStyleCnt="4"/>
      <dgm:spPr/>
    </dgm:pt>
    <dgm:pt modelId="{2E4CBB09-DB26-4D04-9D97-72C9BF1529AD}" type="pres">
      <dgm:prSet presAssocID="{F9CED2E6-FAA8-4383-A6A2-1B981977B35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arth Globe Americas"/>
        </a:ext>
      </dgm:extLst>
    </dgm:pt>
    <dgm:pt modelId="{A5A2E8C0-892A-48B8-BD5C-4608C350B760}" type="pres">
      <dgm:prSet presAssocID="{F9CED2E6-FAA8-4383-A6A2-1B981977B353}" presName="spaceRect" presStyleCnt="0"/>
      <dgm:spPr/>
    </dgm:pt>
    <dgm:pt modelId="{47793C06-79BA-48D4-AE6A-4273D48542E0}" type="pres">
      <dgm:prSet presAssocID="{F9CED2E6-FAA8-4383-A6A2-1B981977B353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7279C703-F217-4CD0-A772-E2AC039AE234}" type="presOf" srcId="{8074B726-62C0-4964-8F7C-99AA5B1F0EE7}" destId="{1906BB09-50C1-455F-BD3C-73E7710EDD40}" srcOrd="0" destOrd="0" presId="urn:microsoft.com/office/officeart/2018/2/layout/IconVerticalSolidList"/>
    <dgm:cxn modelId="{24063E2C-DF5A-47AB-8E95-FFC610BAB2D0}" type="presOf" srcId="{3E2C236D-51E7-4F05-9E84-ED86C71FEC85}" destId="{BA418F4C-52CF-4D84-B163-AFD8C64422A6}" srcOrd="0" destOrd="0" presId="urn:microsoft.com/office/officeart/2018/2/layout/IconVerticalSolidList"/>
    <dgm:cxn modelId="{C3BE632F-879B-4D9A-841B-01231FCEE7EC}" type="presOf" srcId="{41F46CEB-AA8C-4A02-ABE6-633A8FC01692}" destId="{F75EC666-F0E8-4AA1-A974-B76625BD235A}" srcOrd="0" destOrd="0" presId="urn:microsoft.com/office/officeart/2018/2/layout/IconVerticalSolidList"/>
    <dgm:cxn modelId="{1B79EA3B-166E-408C-842B-BB620D8C744D}" type="presOf" srcId="{F9CED2E6-FAA8-4383-A6A2-1B981977B353}" destId="{47793C06-79BA-48D4-AE6A-4273D48542E0}" srcOrd="0" destOrd="0" presId="urn:microsoft.com/office/officeart/2018/2/layout/IconVerticalSolidList"/>
    <dgm:cxn modelId="{8CAB573D-E1D8-4182-B0DE-18396B97662A}" srcId="{41F46CEB-AA8C-4A02-ABE6-633A8FC01692}" destId="{9E2EEC85-2EDF-46CB-8D60-D11ED273248C}" srcOrd="1" destOrd="0" parTransId="{4D8700C1-DAEC-4B3A-9812-5775D0F5148A}" sibTransId="{BB78D98C-9EA1-4F08-AD49-9AA918EA3A6B}"/>
    <dgm:cxn modelId="{CF4CA141-F7E5-421C-B567-9F92C7A57309}" type="presOf" srcId="{9E2EEC85-2EDF-46CB-8D60-D11ED273248C}" destId="{199FF097-D7BA-4EA6-B9FC-3D548FB9EDD6}" srcOrd="0" destOrd="0" presId="urn:microsoft.com/office/officeart/2018/2/layout/IconVerticalSolidList"/>
    <dgm:cxn modelId="{F901406E-5AFC-4E12-BD40-4FF45383E51F}" srcId="{41F46CEB-AA8C-4A02-ABE6-633A8FC01692}" destId="{3E2C236D-51E7-4F05-9E84-ED86C71FEC85}" srcOrd="0" destOrd="0" parTransId="{88E4E2E1-A12E-4ECC-A838-4C2BA7DC9E4C}" sibTransId="{87F56A7E-53E1-4093-8A63-7B3ACCF29C86}"/>
    <dgm:cxn modelId="{065ABA55-BF55-4820-A0DE-BB80D67BF512}" srcId="{41F46CEB-AA8C-4A02-ABE6-633A8FC01692}" destId="{F9CED2E6-FAA8-4383-A6A2-1B981977B353}" srcOrd="3" destOrd="0" parTransId="{361045EB-9D6E-4527-9F86-E81FE997A3A9}" sibTransId="{A2A632E8-B906-4894-A6BE-3CB451A48380}"/>
    <dgm:cxn modelId="{43DD41C9-F9AB-44CC-BF22-504978EB359B}" srcId="{41F46CEB-AA8C-4A02-ABE6-633A8FC01692}" destId="{8074B726-62C0-4964-8F7C-99AA5B1F0EE7}" srcOrd="2" destOrd="0" parTransId="{C64BB8BF-F281-4122-B6BA-5B4F31CB076A}" sibTransId="{3F90D224-ECC6-4C4B-AF89-4AAAC7B605ED}"/>
    <dgm:cxn modelId="{75A88C43-D489-4A23-9E85-87DE5350FBF3}" type="presParOf" srcId="{F75EC666-F0E8-4AA1-A974-B76625BD235A}" destId="{1E3E5DDB-DFDF-4085-9063-E964AA1A8EF9}" srcOrd="0" destOrd="0" presId="urn:microsoft.com/office/officeart/2018/2/layout/IconVerticalSolidList"/>
    <dgm:cxn modelId="{6B1661C5-FCAB-42D6-893C-4F58B1B9261B}" type="presParOf" srcId="{1E3E5DDB-DFDF-4085-9063-E964AA1A8EF9}" destId="{F2E5225F-B182-43F7-BF48-1FFEFC649551}" srcOrd="0" destOrd="0" presId="urn:microsoft.com/office/officeart/2018/2/layout/IconVerticalSolidList"/>
    <dgm:cxn modelId="{F84F6147-4E8C-417C-B4C1-1D6EE35ADED6}" type="presParOf" srcId="{1E3E5DDB-DFDF-4085-9063-E964AA1A8EF9}" destId="{FE645961-6DDF-4625-89FA-F0CC1CBDC861}" srcOrd="1" destOrd="0" presId="urn:microsoft.com/office/officeart/2018/2/layout/IconVerticalSolidList"/>
    <dgm:cxn modelId="{AD5A296F-04E7-4FBC-8574-39C7E8790308}" type="presParOf" srcId="{1E3E5DDB-DFDF-4085-9063-E964AA1A8EF9}" destId="{2CA759FB-B878-4AD7-8F20-B89E2EE4964D}" srcOrd="2" destOrd="0" presId="urn:microsoft.com/office/officeart/2018/2/layout/IconVerticalSolidList"/>
    <dgm:cxn modelId="{3C218DB4-B5DF-4A50-AD9A-D21E1DA3FCE2}" type="presParOf" srcId="{1E3E5DDB-DFDF-4085-9063-E964AA1A8EF9}" destId="{BA418F4C-52CF-4D84-B163-AFD8C64422A6}" srcOrd="3" destOrd="0" presId="urn:microsoft.com/office/officeart/2018/2/layout/IconVerticalSolidList"/>
    <dgm:cxn modelId="{7A62FE4F-E70E-46A1-854A-E13FB262EE7C}" type="presParOf" srcId="{F75EC666-F0E8-4AA1-A974-B76625BD235A}" destId="{49620E68-05C9-45F0-B15C-CE93D8E31B84}" srcOrd="1" destOrd="0" presId="urn:microsoft.com/office/officeart/2018/2/layout/IconVerticalSolidList"/>
    <dgm:cxn modelId="{15592CF9-94D3-4C8E-9B5C-23A77E88636A}" type="presParOf" srcId="{F75EC666-F0E8-4AA1-A974-B76625BD235A}" destId="{836CFBBF-3E95-419C-9DA4-1D1A120EB000}" srcOrd="2" destOrd="0" presId="urn:microsoft.com/office/officeart/2018/2/layout/IconVerticalSolidList"/>
    <dgm:cxn modelId="{A663A327-4EC2-433A-8767-334B18450E6A}" type="presParOf" srcId="{836CFBBF-3E95-419C-9DA4-1D1A120EB000}" destId="{7FAA7DD3-428F-4F5E-B53F-A97AF51524D0}" srcOrd="0" destOrd="0" presId="urn:microsoft.com/office/officeart/2018/2/layout/IconVerticalSolidList"/>
    <dgm:cxn modelId="{762E8816-CD49-4CC4-8ADF-69DB90FE0E1C}" type="presParOf" srcId="{836CFBBF-3E95-419C-9DA4-1D1A120EB000}" destId="{4D84DCFF-9B4C-47EB-929B-58AC386810E8}" srcOrd="1" destOrd="0" presId="urn:microsoft.com/office/officeart/2018/2/layout/IconVerticalSolidList"/>
    <dgm:cxn modelId="{46B92361-0892-449C-8D12-80DECC4E5F5C}" type="presParOf" srcId="{836CFBBF-3E95-419C-9DA4-1D1A120EB000}" destId="{E69CC6F7-2AD0-44B1-AEE0-846AC9EB46A1}" srcOrd="2" destOrd="0" presId="urn:microsoft.com/office/officeart/2018/2/layout/IconVerticalSolidList"/>
    <dgm:cxn modelId="{3CEDAFC7-3E11-4511-9BD2-7EF1EE917370}" type="presParOf" srcId="{836CFBBF-3E95-419C-9DA4-1D1A120EB000}" destId="{199FF097-D7BA-4EA6-B9FC-3D548FB9EDD6}" srcOrd="3" destOrd="0" presId="urn:microsoft.com/office/officeart/2018/2/layout/IconVerticalSolidList"/>
    <dgm:cxn modelId="{4F905AE0-EB78-43DE-9F94-1684E2E1C513}" type="presParOf" srcId="{F75EC666-F0E8-4AA1-A974-B76625BD235A}" destId="{538B0056-7F25-4778-955D-45B68BAAD4F3}" srcOrd="3" destOrd="0" presId="urn:microsoft.com/office/officeart/2018/2/layout/IconVerticalSolidList"/>
    <dgm:cxn modelId="{01867E53-64A0-4BF4-BC41-7161B9B8CB73}" type="presParOf" srcId="{F75EC666-F0E8-4AA1-A974-B76625BD235A}" destId="{31DD007F-7E73-40F4-8CE8-A76B15EE6BF9}" srcOrd="4" destOrd="0" presId="urn:microsoft.com/office/officeart/2018/2/layout/IconVerticalSolidList"/>
    <dgm:cxn modelId="{227AB149-BDB7-48DB-A881-DA761984F652}" type="presParOf" srcId="{31DD007F-7E73-40F4-8CE8-A76B15EE6BF9}" destId="{6D537948-7A67-4C9F-9985-479B28E08BA5}" srcOrd="0" destOrd="0" presId="urn:microsoft.com/office/officeart/2018/2/layout/IconVerticalSolidList"/>
    <dgm:cxn modelId="{C620C611-24C9-413E-A74C-29CEAD460D0A}" type="presParOf" srcId="{31DD007F-7E73-40F4-8CE8-A76B15EE6BF9}" destId="{7DEC9812-1754-4A10-83B1-303F3B5C0D30}" srcOrd="1" destOrd="0" presId="urn:microsoft.com/office/officeart/2018/2/layout/IconVerticalSolidList"/>
    <dgm:cxn modelId="{7EFC01CA-809E-45AC-8C43-2B7A782D4542}" type="presParOf" srcId="{31DD007F-7E73-40F4-8CE8-A76B15EE6BF9}" destId="{5D745E7F-7F0A-4666-8CDF-374DE2DB22F5}" srcOrd="2" destOrd="0" presId="urn:microsoft.com/office/officeart/2018/2/layout/IconVerticalSolidList"/>
    <dgm:cxn modelId="{93D35A4C-254B-4D4D-AC43-EAA8C81CE2BE}" type="presParOf" srcId="{31DD007F-7E73-40F4-8CE8-A76B15EE6BF9}" destId="{1906BB09-50C1-455F-BD3C-73E7710EDD40}" srcOrd="3" destOrd="0" presId="urn:microsoft.com/office/officeart/2018/2/layout/IconVerticalSolidList"/>
    <dgm:cxn modelId="{239C30FA-B419-46E0-ACDA-D4C8C9A70E1F}" type="presParOf" srcId="{F75EC666-F0E8-4AA1-A974-B76625BD235A}" destId="{F23218E1-E508-4ADC-82E5-5F9DB03D706D}" srcOrd="5" destOrd="0" presId="urn:microsoft.com/office/officeart/2018/2/layout/IconVerticalSolidList"/>
    <dgm:cxn modelId="{017EBD79-BBA9-45FC-8010-299D54DC0EED}" type="presParOf" srcId="{F75EC666-F0E8-4AA1-A974-B76625BD235A}" destId="{3E613F21-52A3-4B8C-92DF-69CC1C800F0F}" srcOrd="6" destOrd="0" presId="urn:microsoft.com/office/officeart/2018/2/layout/IconVerticalSolidList"/>
    <dgm:cxn modelId="{6D824202-C119-4670-9067-9CD90BB10347}" type="presParOf" srcId="{3E613F21-52A3-4B8C-92DF-69CC1C800F0F}" destId="{5E81D7A1-869E-4B8A-BE0D-22EB6AF75620}" srcOrd="0" destOrd="0" presId="urn:microsoft.com/office/officeart/2018/2/layout/IconVerticalSolidList"/>
    <dgm:cxn modelId="{8D464505-3C5C-4D46-9926-A9F108FFD1BE}" type="presParOf" srcId="{3E613F21-52A3-4B8C-92DF-69CC1C800F0F}" destId="{2E4CBB09-DB26-4D04-9D97-72C9BF1529AD}" srcOrd="1" destOrd="0" presId="urn:microsoft.com/office/officeart/2018/2/layout/IconVerticalSolidList"/>
    <dgm:cxn modelId="{6BF36B6A-94BE-4E34-9D23-CAC803934F07}" type="presParOf" srcId="{3E613F21-52A3-4B8C-92DF-69CC1C800F0F}" destId="{A5A2E8C0-892A-48B8-BD5C-4608C350B760}" srcOrd="2" destOrd="0" presId="urn:microsoft.com/office/officeart/2018/2/layout/IconVerticalSolidList"/>
    <dgm:cxn modelId="{AC7F334F-C31E-4398-8FEF-11A61D46777F}" type="presParOf" srcId="{3E613F21-52A3-4B8C-92DF-69CC1C800F0F}" destId="{47793C06-79BA-48D4-AE6A-4273D48542E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E9BF0EA-E6A4-4EFA-ACFF-FDA63581A1FE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96E74278-3C93-40B1-BA24-A8E346C33F3B}">
      <dgm:prSet/>
      <dgm:spPr/>
      <dgm:t>
        <a:bodyPr/>
        <a:lstStyle/>
        <a:p>
          <a:pPr>
            <a:defRPr cap="all"/>
          </a:pPr>
          <a:r>
            <a:rPr lang="en-US" b="0" i="0" baseline="0"/>
            <a:t>scikit-learn documentation</a:t>
          </a:r>
          <a:endParaRPr lang="en-US"/>
        </a:p>
      </dgm:t>
    </dgm:pt>
    <dgm:pt modelId="{5A26C092-0F0B-4AFE-8A9A-74B7915C1897}" type="parTrans" cxnId="{F84C3DE9-ABE4-459D-ACC1-90619F1078C3}">
      <dgm:prSet/>
      <dgm:spPr/>
      <dgm:t>
        <a:bodyPr/>
        <a:lstStyle/>
        <a:p>
          <a:endParaRPr lang="en-US"/>
        </a:p>
      </dgm:t>
    </dgm:pt>
    <dgm:pt modelId="{4CEE045B-4A32-4EA4-9AED-8FDC0006C4F2}" type="sibTrans" cxnId="{F84C3DE9-ABE4-459D-ACC1-90619F1078C3}">
      <dgm:prSet/>
      <dgm:spPr/>
      <dgm:t>
        <a:bodyPr/>
        <a:lstStyle/>
        <a:p>
          <a:endParaRPr lang="en-US"/>
        </a:p>
      </dgm:t>
    </dgm:pt>
    <dgm:pt modelId="{89DEB722-1B70-4B5C-A5AA-6D1B7F73075C}">
      <dgm:prSet/>
      <dgm:spPr/>
      <dgm:t>
        <a:bodyPr/>
        <a:lstStyle/>
        <a:p>
          <a:pPr>
            <a:defRPr cap="all"/>
          </a:pPr>
          <a:r>
            <a:rPr lang="en-US" b="0" i="0" baseline="0"/>
            <a:t>Kaggle datasets for salary prediction</a:t>
          </a:r>
          <a:endParaRPr lang="en-US"/>
        </a:p>
      </dgm:t>
    </dgm:pt>
    <dgm:pt modelId="{AA6B2729-C903-4BB4-ABAA-0EC0459146C3}" type="parTrans" cxnId="{777C0A74-AC42-40EE-86A7-D7110CCD9F80}">
      <dgm:prSet/>
      <dgm:spPr/>
      <dgm:t>
        <a:bodyPr/>
        <a:lstStyle/>
        <a:p>
          <a:endParaRPr lang="en-US"/>
        </a:p>
      </dgm:t>
    </dgm:pt>
    <dgm:pt modelId="{9FAC0F78-106F-495E-A693-4C62C16E2601}" type="sibTrans" cxnId="{777C0A74-AC42-40EE-86A7-D7110CCD9F80}">
      <dgm:prSet/>
      <dgm:spPr/>
      <dgm:t>
        <a:bodyPr/>
        <a:lstStyle/>
        <a:p>
          <a:endParaRPr lang="en-US"/>
        </a:p>
      </dgm:t>
    </dgm:pt>
    <dgm:pt modelId="{9FE6F7F0-B735-4C2C-869C-36158E9B4340}">
      <dgm:prSet/>
      <dgm:spPr/>
      <dgm:t>
        <a:bodyPr/>
        <a:lstStyle/>
        <a:p>
          <a:pPr>
            <a:defRPr cap="all"/>
          </a:pPr>
          <a:r>
            <a:rPr lang="en-US" b="0" i="0" baseline="0"/>
            <a:t>TowardsDataScience articles on Regression Models</a:t>
          </a:r>
          <a:endParaRPr lang="en-US"/>
        </a:p>
      </dgm:t>
    </dgm:pt>
    <dgm:pt modelId="{F26DA373-796C-4CB7-878A-D54E929645B8}" type="parTrans" cxnId="{DC240A89-B350-4C35-A65B-5772EBC4DBC0}">
      <dgm:prSet/>
      <dgm:spPr/>
      <dgm:t>
        <a:bodyPr/>
        <a:lstStyle/>
        <a:p>
          <a:endParaRPr lang="en-US"/>
        </a:p>
      </dgm:t>
    </dgm:pt>
    <dgm:pt modelId="{003B3F62-EB9D-4F2E-8D4F-EA2067960A43}" type="sibTrans" cxnId="{DC240A89-B350-4C35-A65B-5772EBC4DBC0}">
      <dgm:prSet/>
      <dgm:spPr/>
      <dgm:t>
        <a:bodyPr/>
        <a:lstStyle/>
        <a:p>
          <a:endParaRPr lang="en-US"/>
        </a:p>
      </dgm:t>
    </dgm:pt>
    <dgm:pt modelId="{DCC2AAF9-8EBD-48A0-AB96-2D6CC92C80C6}">
      <dgm:prSet/>
      <dgm:spPr/>
      <dgm:t>
        <a:bodyPr/>
        <a:lstStyle/>
        <a:p>
          <a:pPr>
            <a:defRPr cap="all"/>
          </a:pPr>
          <a:r>
            <a:rPr lang="en-US" b="0" i="0" baseline="0"/>
            <a:t>Machine Learning by Andrew Ng (Coursera)</a:t>
          </a:r>
          <a:endParaRPr lang="en-US"/>
        </a:p>
      </dgm:t>
    </dgm:pt>
    <dgm:pt modelId="{F98FF271-3C06-42DD-BCE6-0479A9D9EE72}" type="parTrans" cxnId="{6623F633-0639-459F-9792-2CE8D9B97463}">
      <dgm:prSet/>
      <dgm:spPr/>
      <dgm:t>
        <a:bodyPr/>
        <a:lstStyle/>
        <a:p>
          <a:endParaRPr lang="en-US"/>
        </a:p>
      </dgm:t>
    </dgm:pt>
    <dgm:pt modelId="{3DF256CC-D555-4112-A9D1-6134A9D56D3A}" type="sibTrans" cxnId="{6623F633-0639-459F-9792-2CE8D9B97463}">
      <dgm:prSet/>
      <dgm:spPr/>
      <dgm:t>
        <a:bodyPr/>
        <a:lstStyle/>
        <a:p>
          <a:endParaRPr lang="en-US"/>
        </a:p>
      </dgm:t>
    </dgm:pt>
    <dgm:pt modelId="{5BD35628-FDEE-4C17-A98A-ADB0BC2EC26B}">
      <dgm:prSet/>
      <dgm:spPr/>
      <dgm:t>
        <a:bodyPr/>
        <a:lstStyle/>
        <a:p>
          <a:pPr>
            <a:defRPr cap="all"/>
          </a:pPr>
          <a:r>
            <a:rPr lang="en-US" b="0" i="0" baseline="0"/>
            <a:t>Python for Data Science resources (GeeksforGeeks, Analytics Vidhya)</a:t>
          </a:r>
          <a:endParaRPr lang="en-US"/>
        </a:p>
      </dgm:t>
    </dgm:pt>
    <dgm:pt modelId="{B85A3FC3-C948-4A99-9507-71D3284BE293}" type="parTrans" cxnId="{1E009C35-FCA2-456B-B786-FC3C558A3ADD}">
      <dgm:prSet/>
      <dgm:spPr/>
      <dgm:t>
        <a:bodyPr/>
        <a:lstStyle/>
        <a:p>
          <a:endParaRPr lang="en-US"/>
        </a:p>
      </dgm:t>
    </dgm:pt>
    <dgm:pt modelId="{AFF36C03-2AAB-417D-BDC1-4A309DE5B317}" type="sibTrans" cxnId="{1E009C35-FCA2-456B-B786-FC3C558A3ADD}">
      <dgm:prSet/>
      <dgm:spPr/>
      <dgm:t>
        <a:bodyPr/>
        <a:lstStyle/>
        <a:p>
          <a:endParaRPr lang="en-US"/>
        </a:p>
      </dgm:t>
    </dgm:pt>
    <dgm:pt modelId="{99D31013-FA82-4DF6-B1C7-1E5373AAB588}" type="pres">
      <dgm:prSet presAssocID="{2E9BF0EA-E6A4-4EFA-ACFF-FDA63581A1FE}" presName="root" presStyleCnt="0">
        <dgm:presLayoutVars>
          <dgm:dir/>
          <dgm:resizeHandles val="exact"/>
        </dgm:presLayoutVars>
      </dgm:prSet>
      <dgm:spPr/>
    </dgm:pt>
    <dgm:pt modelId="{777D0FC7-37EF-4103-AEB2-34ADF017DA93}" type="pres">
      <dgm:prSet presAssocID="{96E74278-3C93-40B1-BA24-A8E346C33F3B}" presName="compNode" presStyleCnt="0"/>
      <dgm:spPr/>
    </dgm:pt>
    <dgm:pt modelId="{20126C3E-D46F-4032-B7A1-9D7A80ABDC30}" type="pres">
      <dgm:prSet presAssocID="{96E74278-3C93-40B1-BA24-A8E346C33F3B}" presName="iconBgRect" presStyleLbl="bgShp" presStyleIdx="0" presStyleCnt="5"/>
      <dgm:spPr/>
    </dgm:pt>
    <dgm:pt modelId="{D174DCAD-202A-4997-8ADE-2FF067C1C5A9}" type="pres">
      <dgm:prSet presAssocID="{96E74278-3C93-40B1-BA24-A8E346C33F3B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36B97094-CE93-4031-8A77-3499C9230C00}" type="pres">
      <dgm:prSet presAssocID="{96E74278-3C93-40B1-BA24-A8E346C33F3B}" presName="spaceRect" presStyleCnt="0"/>
      <dgm:spPr/>
    </dgm:pt>
    <dgm:pt modelId="{CD6DB337-EC73-4466-9D45-44095871C171}" type="pres">
      <dgm:prSet presAssocID="{96E74278-3C93-40B1-BA24-A8E346C33F3B}" presName="textRect" presStyleLbl="revTx" presStyleIdx="0" presStyleCnt="5">
        <dgm:presLayoutVars>
          <dgm:chMax val="1"/>
          <dgm:chPref val="1"/>
        </dgm:presLayoutVars>
      </dgm:prSet>
      <dgm:spPr/>
    </dgm:pt>
    <dgm:pt modelId="{53B27E20-2993-4087-ADCF-C0F0FE6B2696}" type="pres">
      <dgm:prSet presAssocID="{4CEE045B-4A32-4EA4-9AED-8FDC0006C4F2}" presName="sibTrans" presStyleCnt="0"/>
      <dgm:spPr/>
    </dgm:pt>
    <dgm:pt modelId="{352388BD-4322-4D79-BBFB-724231A73DD5}" type="pres">
      <dgm:prSet presAssocID="{89DEB722-1B70-4B5C-A5AA-6D1B7F73075C}" presName="compNode" presStyleCnt="0"/>
      <dgm:spPr/>
    </dgm:pt>
    <dgm:pt modelId="{80070D89-F790-44D9-86EF-BAA4975024B6}" type="pres">
      <dgm:prSet presAssocID="{89DEB722-1B70-4B5C-A5AA-6D1B7F73075C}" presName="iconBgRect" presStyleLbl="bgShp" presStyleIdx="1" presStyleCnt="5"/>
      <dgm:spPr/>
    </dgm:pt>
    <dgm:pt modelId="{ABB00408-E45E-49FB-85A5-7F3D5E5F5A22}" type="pres">
      <dgm:prSet presAssocID="{89DEB722-1B70-4B5C-A5AA-6D1B7F73075C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3C82AA67-C148-40EF-AF86-85D6E2311BB7}" type="pres">
      <dgm:prSet presAssocID="{89DEB722-1B70-4B5C-A5AA-6D1B7F73075C}" presName="spaceRect" presStyleCnt="0"/>
      <dgm:spPr/>
    </dgm:pt>
    <dgm:pt modelId="{A7EA9002-4AFE-4350-8277-E635A440A7E1}" type="pres">
      <dgm:prSet presAssocID="{89DEB722-1B70-4B5C-A5AA-6D1B7F73075C}" presName="textRect" presStyleLbl="revTx" presStyleIdx="1" presStyleCnt="5">
        <dgm:presLayoutVars>
          <dgm:chMax val="1"/>
          <dgm:chPref val="1"/>
        </dgm:presLayoutVars>
      </dgm:prSet>
      <dgm:spPr/>
    </dgm:pt>
    <dgm:pt modelId="{170AFBDC-A2C7-4853-9427-6849F2755A1B}" type="pres">
      <dgm:prSet presAssocID="{9FAC0F78-106F-495E-A693-4C62C16E2601}" presName="sibTrans" presStyleCnt="0"/>
      <dgm:spPr/>
    </dgm:pt>
    <dgm:pt modelId="{2F8517AA-D797-4C2A-AB35-A962FDF6E539}" type="pres">
      <dgm:prSet presAssocID="{9FE6F7F0-B735-4C2C-869C-36158E9B4340}" presName="compNode" presStyleCnt="0"/>
      <dgm:spPr/>
    </dgm:pt>
    <dgm:pt modelId="{28F748E1-37DA-496A-9003-11F89622F807}" type="pres">
      <dgm:prSet presAssocID="{9FE6F7F0-B735-4C2C-869C-36158E9B4340}" presName="iconBgRect" presStyleLbl="bgShp" presStyleIdx="2" presStyleCnt="5"/>
      <dgm:spPr/>
    </dgm:pt>
    <dgm:pt modelId="{34B8DB53-B841-491C-B2E0-8D9B3986C031}" type="pres">
      <dgm:prSet presAssocID="{9FE6F7F0-B735-4C2C-869C-36158E9B4340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558484CF-19F9-4C2F-9AF2-AAF8B92BDC8F}" type="pres">
      <dgm:prSet presAssocID="{9FE6F7F0-B735-4C2C-869C-36158E9B4340}" presName="spaceRect" presStyleCnt="0"/>
      <dgm:spPr/>
    </dgm:pt>
    <dgm:pt modelId="{3CD8B849-4A90-4789-A01A-B77C8B8CE53C}" type="pres">
      <dgm:prSet presAssocID="{9FE6F7F0-B735-4C2C-869C-36158E9B4340}" presName="textRect" presStyleLbl="revTx" presStyleIdx="2" presStyleCnt="5">
        <dgm:presLayoutVars>
          <dgm:chMax val="1"/>
          <dgm:chPref val="1"/>
        </dgm:presLayoutVars>
      </dgm:prSet>
      <dgm:spPr/>
    </dgm:pt>
    <dgm:pt modelId="{668CDBA7-EC7D-490A-B2CE-E90E9723A3EE}" type="pres">
      <dgm:prSet presAssocID="{003B3F62-EB9D-4F2E-8D4F-EA2067960A43}" presName="sibTrans" presStyleCnt="0"/>
      <dgm:spPr/>
    </dgm:pt>
    <dgm:pt modelId="{C76C39C6-8AF3-4ACD-984A-050A0A371E11}" type="pres">
      <dgm:prSet presAssocID="{DCC2AAF9-8EBD-48A0-AB96-2D6CC92C80C6}" presName="compNode" presStyleCnt="0"/>
      <dgm:spPr/>
    </dgm:pt>
    <dgm:pt modelId="{770CCEAB-166C-4F6A-8245-FA6DE539B5BD}" type="pres">
      <dgm:prSet presAssocID="{DCC2AAF9-8EBD-48A0-AB96-2D6CC92C80C6}" presName="iconBgRect" presStyleLbl="bgShp" presStyleIdx="3" presStyleCnt="5"/>
      <dgm:spPr/>
    </dgm:pt>
    <dgm:pt modelId="{8A2583DA-AD4F-44E4-B20A-4DCCDF43E8F0}" type="pres">
      <dgm:prSet presAssocID="{DCC2AAF9-8EBD-48A0-AB96-2D6CC92C80C6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B8741A39-EF6B-4952-B2B0-3138D960FFBE}" type="pres">
      <dgm:prSet presAssocID="{DCC2AAF9-8EBD-48A0-AB96-2D6CC92C80C6}" presName="spaceRect" presStyleCnt="0"/>
      <dgm:spPr/>
    </dgm:pt>
    <dgm:pt modelId="{FF9DBDE9-9FE8-4D43-B5A3-A37B63D0450F}" type="pres">
      <dgm:prSet presAssocID="{DCC2AAF9-8EBD-48A0-AB96-2D6CC92C80C6}" presName="textRect" presStyleLbl="revTx" presStyleIdx="3" presStyleCnt="5">
        <dgm:presLayoutVars>
          <dgm:chMax val="1"/>
          <dgm:chPref val="1"/>
        </dgm:presLayoutVars>
      </dgm:prSet>
      <dgm:spPr/>
    </dgm:pt>
    <dgm:pt modelId="{1F1D90D7-D029-4017-9D7F-DB131AA3F180}" type="pres">
      <dgm:prSet presAssocID="{3DF256CC-D555-4112-A9D1-6134A9D56D3A}" presName="sibTrans" presStyleCnt="0"/>
      <dgm:spPr/>
    </dgm:pt>
    <dgm:pt modelId="{217A6E03-0B81-43B0-87F7-9CDAC874792A}" type="pres">
      <dgm:prSet presAssocID="{5BD35628-FDEE-4C17-A98A-ADB0BC2EC26B}" presName="compNode" presStyleCnt="0"/>
      <dgm:spPr/>
    </dgm:pt>
    <dgm:pt modelId="{79FDBBD5-4D3D-4D3B-8CE7-D9EDC794EA11}" type="pres">
      <dgm:prSet presAssocID="{5BD35628-FDEE-4C17-A98A-ADB0BC2EC26B}" presName="iconBgRect" presStyleLbl="bgShp" presStyleIdx="4" presStyleCnt="5"/>
      <dgm:spPr/>
    </dgm:pt>
    <dgm:pt modelId="{C9B3849A-DDC9-48CE-8DD3-5FEBBAE2894E}" type="pres">
      <dgm:prSet presAssocID="{5BD35628-FDEE-4C17-A98A-ADB0BC2EC26B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85453326-20FB-4E1D-8C66-7C8B58D2B351}" type="pres">
      <dgm:prSet presAssocID="{5BD35628-FDEE-4C17-A98A-ADB0BC2EC26B}" presName="spaceRect" presStyleCnt="0"/>
      <dgm:spPr/>
    </dgm:pt>
    <dgm:pt modelId="{D4239A37-F91A-4C55-9CB9-745C53363340}" type="pres">
      <dgm:prSet presAssocID="{5BD35628-FDEE-4C17-A98A-ADB0BC2EC26B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8C0EA509-0B57-4921-80F0-3315214AA3B5}" type="presOf" srcId="{DCC2AAF9-8EBD-48A0-AB96-2D6CC92C80C6}" destId="{FF9DBDE9-9FE8-4D43-B5A3-A37B63D0450F}" srcOrd="0" destOrd="0" presId="urn:microsoft.com/office/officeart/2018/5/layout/IconCircleLabelList"/>
    <dgm:cxn modelId="{6623F633-0639-459F-9792-2CE8D9B97463}" srcId="{2E9BF0EA-E6A4-4EFA-ACFF-FDA63581A1FE}" destId="{DCC2AAF9-8EBD-48A0-AB96-2D6CC92C80C6}" srcOrd="3" destOrd="0" parTransId="{F98FF271-3C06-42DD-BCE6-0479A9D9EE72}" sibTransId="{3DF256CC-D555-4112-A9D1-6134A9D56D3A}"/>
    <dgm:cxn modelId="{1E009C35-FCA2-456B-B786-FC3C558A3ADD}" srcId="{2E9BF0EA-E6A4-4EFA-ACFF-FDA63581A1FE}" destId="{5BD35628-FDEE-4C17-A98A-ADB0BC2EC26B}" srcOrd="4" destOrd="0" parTransId="{B85A3FC3-C948-4A99-9507-71D3284BE293}" sibTransId="{AFF36C03-2AAB-417D-BDC1-4A309DE5B317}"/>
    <dgm:cxn modelId="{3CC18C60-51DD-4267-B7CD-F22BEEBCB578}" type="presOf" srcId="{89DEB722-1B70-4B5C-A5AA-6D1B7F73075C}" destId="{A7EA9002-4AFE-4350-8277-E635A440A7E1}" srcOrd="0" destOrd="0" presId="urn:microsoft.com/office/officeart/2018/5/layout/IconCircleLabelList"/>
    <dgm:cxn modelId="{777C0A74-AC42-40EE-86A7-D7110CCD9F80}" srcId="{2E9BF0EA-E6A4-4EFA-ACFF-FDA63581A1FE}" destId="{89DEB722-1B70-4B5C-A5AA-6D1B7F73075C}" srcOrd="1" destOrd="0" parTransId="{AA6B2729-C903-4BB4-ABAA-0EC0459146C3}" sibTransId="{9FAC0F78-106F-495E-A693-4C62C16E2601}"/>
    <dgm:cxn modelId="{B3B99579-7528-4184-AA15-36F180CCDE26}" type="presOf" srcId="{5BD35628-FDEE-4C17-A98A-ADB0BC2EC26B}" destId="{D4239A37-F91A-4C55-9CB9-745C53363340}" srcOrd="0" destOrd="0" presId="urn:microsoft.com/office/officeart/2018/5/layout/IconCircleLabelList"/>
    <dgm:cxn modelId="{5880AC79-A06F-48CC-9AFD-2281B47D6154}" type="presOf" srcId="{96E74278-3C93-40B1-BA24-A8E346C33F3B}" destId="{CD6DB337-EC73-4466-9D45-44095871C171}" srcOrd="0" destOrd="0" presId="urn:microsoft.com/office/officeart/2018/5/layout/IconCircleLabelList"/>
    <dgm:cxn modelId="{DC240A89-B350-4C35-A65B-5772EBC4DBC0}" srcId="{2E9BF0EA-E6A4-4EFA-ACFF-FDA63581A1FE}" destId="{9FE6F7F0-B735-4C2C-869C-36158E9B4340}" srcOrd="2" destOrd="0" parTransId="{F26DA373-796C-4CB7-878A-D54E929645B8}" sibTransId="{003B3F62-EB9D-4F2E-8D4F-EA2067960A43}"/>
    <dgm:cxn modelId="{FBA97CD2-D3E8-431C-A185-99882061FBC7}" type="presOf" srcId="{9FE6F7F0-B735-4C2C-869C-36158E9B4340}" destId="{3CD8B849-4A90-4789-A01A-B77C8B8CE53C}" srcOrd="0" destOrd="0" presId="urn:microsoft.com/office/officeart/2018/5/layout/IconCircleLabelList"/>
    <dgm:cxn modelId="{0B2568DD-DAF9-482C-87E1-E3671D4069CC}" type="presOf" srcId="{2E9BF0EA-E6A4-4EFA-ACFF-FDA63581A1FE}" destId="{99D31013-FA82-4DF6-B1C7-1E5373AAB588}" srcOrd="0" destOrd="0" presId="urn:microsoft.com/office/officeart/2018/5/layout/IconCircleLabelList"/>
    <dgm:cxn modelId="{F84C3DE9-ABE4-459D-ACC1-90619F1078C3}" srcId="{2E9BF0EA-E6A4-4EFA-ACFF-FDA63581A1FE}" destId="{96E74278-3C93-40B1-BA24-A8E346C33F3B}" srcOrd="0" destOrd="0" parTransId="{5A26C092-0F0B-4AFE-8A9A-74B7915C1897}" sibTransId="{4CEE045B-4A32-4EA4-9AED-8FDC0006C4F2}"/>
    <dgm:cxn modelId="{439EC7D2-5DB7-4C0E-A589-3C25504D012C}" type="presParOf" srcId="{99D31013-FA82-4DF6-B1C7-1E5373AAB588}" destId="{777D0FC7-37EF-4103-AEB2-34ADF017DA93}" srcOrd="0" destOrd="0" presId="urn:microsoft.com/office/officeart/2018/5/layout/IconCircleLabelList"/>
    <dgm:cxn modelId="{3CDA0208-1650-4147-B590-DEE02D28974B}" type="presParOf" srcId="{777D0FC7-37EF-4103-AEB2-34ADF017DA93}" destId="{20126C3E-D46F-4032-B7A1-9D7A80ABDC30}" srcOrd="0" destOrd="0" presId="urn:microsoft.com/office/officeart/2018/5/layout/IconCircleLabelList"/>
    <dgm:cxn modelId="{AD75D528-E00C-47C2-8634-03D8A7D3967A}" type="presParOf" srcId="{777D0FC7-37EF-4103-AEB2-34ADF017DA93}" destId="{D174DCAD-202A-4997-8ADE-2FF067C1C5A9}" srcOrd="1" destOrd="0" presId="urn:microsoft.com/office/officeart/2018/5/layout/IconCircleLabelList"/>
    <dgm:cxn modelId="{42B30B62-2606-43A0-83DB-531471069411}" type="presParOf" srcId="{777D0FC7-37EF-4103-AEB2-34ADF017DA93}" destId="{36B97094-CE93-4031-8A77-3499C9230C00}" srcOrd="2" destOrd="0" presId="urn:microsoft.com/office/officeart/2018/5/layout/IconCircleLabelList"/>
    <dgm:cxn modelId="{87EEA3D8-9992-4D53-A4E7-909BDE77F1D0}" type="presParOf" srcId="{777D0FC7-37EF-4103-AEB2-34ADF017DA93}" destId="{CD6DB337-EC73-4466-9D45-44095871C171}" srcOrd="3" destOrd="0" presId="urn:microsoft.com/office/officeart/2018/5/layout/IconCircleLabelList"/>
    <dgm:cxn modelId="{5425D721-70F1-468F-981E-851B4063A67F}" type="presParOf" srcId="{99D31013-FA82-4DF6-B1C7-1E5373AAB588}" destId="{53B27E20-2993-4087-ADCF-C0F0FE6B2696}" srcOrd="1" destOrd="0" presId="urn:microsoft.com/office/officeart/2018/5/layout/IconCircleLabelList"/>
    <dgm:cxn modelId="{02A24B7D-C6C2-47E4-BDDD-D72BF858BB7E}" type="presParOf" srcId="{99D31013-FA82-4DF6-B1C7-1E5373AAB588}" destId="{352388BD-4322-4D79-BBFB-724231A73DD5}" srcOrd="2" destOrd="0" presId="urn:microsoft.com/office/officeart/2018/5/layout/IconCircleLabelList"/>
    <dgm:cxn modelId="{99B515B5-2D16-424F-AF0F-FD05BDAB883E}" type="presParOf" srcId="{352388BD-4322-4D79-BBFB-724231A73DD5}" destId="{80070D89-F790-44D9-86EF-BAA4975024B6}" srcOrd="0" destOrd="0" presId="urn:microsoft.com/office/officeart/2018/5/layout/IconCircleLabelList"/>
    <dgm:cxn modelId="{CAF3633F-BB0A-48EB-8571-D4DDC254C394}" type="presParOf" srcId="{352388BD-4322-4D79-BBFB-724231A73DD5}" destId="{ABB00408-E45E-49FB-85A5-7F3D5E5F5A22}" srcOrd="1" destOrd="0" presId="urn:microsoft.com/office/officeart/2018/5/layout/IconCircleLabelList"/>
    <dgm:cxn modelId="{B48149BC-267D-4C84-97BA-138AA0AEC138}" type="presParOf" srcId="{352388BD-4322-4D79-BBFB-724231A73DD5}" destId="{3C82AA67-C148-40EF-AF86-85D6E2311BB7}" srcOrd="2" destOrd="0" presId="urn:microsoft.com/office/officeart/2018/5/layout/IconCircleLabelList"/>
    <dgm:cxn modelId="{7269622E-E513-4A36-8E9E-F9A98B8CE74E}" type="presParOf" srcId="{352388BD-4322-4D79-BBFB-724231A73DD5}" destId="{A7EA9002-4AFE-4350-8277-E635A440A7E1}" srcOrd="3" destOrd="0" presId="urn:microsoft.com/office/officeart/2018/5/layout/IconCircleLabelList"/>
    <dgm:cxn modelId="{7BBC3421-EEEB-4071-858C-1F1D57DAEC46}" type="presParOf" srcId="{99D31013-FA82-4DF6-B1C7-1E5373AAB588}" destId="{170AFBDC-A2C7-4853-9427-6849F2755A1B}" srcOrd="3" destOrd="0" presId="urn:microsoft.com/office/officeart/2018/5/layout/IconCircleLabelList"/>
    <dgm:cxn modelId="{B49F32C7-B556-4488-9E3C-F4DEC1BCB65C}" type="presParOf" srcId="{99D31013-FA82-4DF6-B1C7-1E5373AAB588}" destId="{2F8517AA-D797-4C2A-AB35-A962FDF6E539}" srcOrd="4" destOrd="0" presId="urn:microsoft.com/office/officeart/2018/5/layout/IconCircleLabelList"/>
    <dgm:cxn modelId="{D9B70122-0EF2-42E9-AED2-FB2DB727C3CA}" type="presParOf" srcId="{2F8517AA-D797-4C2A-AB35-A962FDF6E539}" destId="{28F748E1-37DA-496A-9003-11F89622F807}" srcOrd="0" destOrd="0" presId="urn:microsoft.com/office/officeart/2018/5/layout/IconCircleLabelList"/>
    <dgm:cxn modelId="{303E3F73-F7CE-47B8-B698-D554084E0D8A}" type="presParOf" srcId="{2F8517AA-D797-4C2A-AB35-A962FDF6E539}" destId="{34B8DB53-B841-491C-B2E0-8D9B3986C031}" srcOrd="1" destOrd="0" presId="urn:microsoft.com/office/officeart/2018/5/layout/IconCircleLabelList"/>
    <dgm:cxn modelId="{C5A1D43A-A43D-4886-A099-EA3E4D3A24D3}" type="presParOf" srcId="{2F8517AA-D797-4C2A-AB35-A962FDF6E539}" destId="{558484CF-19F9-4C2F-9AF2-AAF8B92BDC8F}" srcOrd="2" destOrd="0" presId="urn:microsoft.com/office/officeart/2018/5/layout/IconCircleLabelList"/>
    <dgm:cxn modelId="{40CCC70E-AAFB-4640-A19A-9418788452A9}" type="presParOf" srcId="{2F8517AA-D797-4C2A-AB35-A962FDF6E539}" destId="{3CD8B849-4A90-4789-A01A-B77C8B8CE53C}" srcOrd="3" destOrd="0" presId="urn:microsoft.com/office/officeart/2018/5/layout/IconCircleLabelList"/>
    <dgm:cxn modelId="{6C0FC32A-2643-427D-B36A-D4C14688E0CC}" type="presParOf" srcId="{99D31013-FA82-4DF6-B1C7-1E5373AAB588}" destId="{668CDBA7-EC7D-490A-B2CE-E90E9723A3EE}" srcOrd="5" destOrd="0" presId="urn:microsoft.com/office/officeart/2018/5/layout/IconCircleLabelList"/>
    <dgm:cxn modelId="{095BEE81-80E3-40DC-A306-D418173CC7D2}" type="presParOf" srcId="{99D31013-FA82-4DF6-B1C7-1E5373AAB588}" destId="{C76C39C6-8AF3-4ACD-984A-050A0A371E11}" srcOrd="6" destOrd="0" presId="urn:microsoft.com/office/officeart/2018/5/layout/IconCircleLabelList"/>
    <dgm:cxn modelId="{64BD1277-2BDB-434D-B2FA-F974273E6ED6}" type="presParOf" srcId="{C76C39C6-8AF3-4ACD-984A-050A0A371E11}" destId="{770CCEAB-166C-4F6A-8245-FA6DE539B5BD}" srcOrd="0" destOrd="0" presId="urn:microsoft.com/office/officeart/2018/5/layout/IconCircleLabelList"/>
    <dgm:cxn modelId="{3FAC9CD3-495A-47B3-8E22-142A71100CA7}" type="presParOf" srcId="{C76C39C6-8AF3-4ACD-984A-050A0A371E11}" destId="{8A2583DA-AD4F-44E4-B20A-4DCCDF43E8F0}" srcOrd="1" destOrd="0" presId="urn:microsoft.com/office/officeart/2018/5/layout/IconCircleLabelList"/>
    <dgm:cxn modelId="{83834852-115D-4DB9-9406-CDC614E19CED}" type="presParOf" srcId="{C76C39C6-8AF3-4ACD-984A-050A0A371E11}" destId="{B8741A39-EF6B-4952-B2B0-3138D960FFBE}" srcOrd="2" destOrd="0" presId="urn:microsoft.com/office/officeart/2018/5/layout/IconCircleLabelList"/>
    <dgm:cxn modelId="{1E8B05E7-2E39-474B-9C2F-902E3F212162}" type="presParOf" srcId="{C76C39C6-8AF3-4ACD-984A-050A0A371E11}" destId="{FF9DBDE9-9FE8-4D43-B5A3-A37B63D0450F}" srcOrd="3" destOrd="0" presId="urn:microsoft.com/office/officeart/2018/5/layout/IconCircleLabelList"/>
    <dgm:cxn modelId="{882A9BE2-37B1-4171-9A66-8772C8F690CC}" type="presParOf" srcId="{99D31013-FA82-4DF6-B1C7-1E5373AAB588}" destId="{1F1D90D7-D029-4017-9D7F-DB131AA3F180}" srcOrd="7" destOrd="0" presId="urn:microsoft.com/office/officeart/2018/5/layout/IconCircleLabelList"/>
    <dgm:cxn modelId="{52DA9721-F915-4318-AD15-7767A0955E21}" type="presParOf" srcId="{99D31013-FA82-4DF6-B1C7-1E5373AAB588}" destId="{217A6E03-0B81-43B0-87F7-9CDAC874792A}" srcOrd="8" destOrd="0" presId="urn:microsoft.com/office/officeart/2018/5/layout/IconCircleLabelList"/>
    <dgm:cxn modelId="{31AE8475-31E7-4DBE-9CAF-886252D72E3A}" type="presParOf" srcId="{217A6E03-0B81-43B0-87F7-9CDAC874792A}" destId="{79FDBBD5-4D3D-4D3B-8CE7-D9EDC794EA11}" srcOrd="0" destOrd="0" presId="urn:microsoft.com/office/officeart/2018/5/layout/IconCircleLabelList"/>
    <dgm:cxn modelId="{C21FCE30-E625-4E48-8121-5AC30991473F}" type="presParOf" srcId="{217A6E03-0B81-43B0-87F7-9CDAC874792A}" destId="{C9B3849A-DDC9-48CE-8DD3-5FEBBAE2894E}" srcOrd="1" destOrd="0" presId="urn:microsoft.com/office/officeart/2018/5/layout/IconCircleLabelList"/>
    <dgm:cxn modelId="{0980E746-E424-4BCD-B327-41CFA659D6E8}" type="presParOf" srcId="{217A6E03-0B81-43B0-87F7-9CDAC874792A}" destId="{85453326-20FB-4E1D-8C66-7C8B58D2B351}" srcOrd="2" destOrd="0" presId="urn:microsoft.com/office/officeart/2018/5/layout/IconCircleLabelList"/>
    <dgm:cxn modelId="{12829572-6DBF-4194-A506-7ACD467FA28C}" type="presParOf" srcId="{217A6E03-0B81-43B0-87F7-9CDAC874792A}" destId="{D4239A37-F91A-4C55-9CB9-745C5336334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F0B709-7020-4C69-AD5D-EB6289F99D33}">
      <dsp:nvSpPr>
        <dsp:cNvPr id="0" name=""/>
        <dsp:cNvSpPr/>
      </dsp:nvSpPr>
      <dsp:spPr>
        <a:xfrm>
          <a:off x="852614" y="1935"/>
          <a:ext cx="877113" cy="87711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685CE1-217E-425F-81D7-752D94D5FE50}">
      <dsp:nvSpPr>
        <dsp:cNvPr id="0" name=""/>
        <dsp:cNvSpPr/>
      </dsp:nvSpPr>
      <dsp:spPr>
        <a:xfrm>
          <a:off x="1039540" y="188861"/>
          <a:ext cx="503261" cy="50326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EEF206-5DC7-4301-A543-F0E6E12B9590}">
      <dsp:nvSpPr>
        <dsp:cNvPr id="0" name=""/>
        <dsp:cNvSpPr/>
      </dsp:nvSpPr>
      <dsp:spPr>
        <a:xfrm>
          <a:off x="572225" y="1152247"/>
          <a:ext cx="1437890" cy="575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/>
            <a:t>Problem Statement </a:t>
          </a:r>
          <a:r>
            <a:rPr lang="en-US" sz="1100" kern="1200"/>
            <a:t>(Should not include solution)</a:t>
          </a:r>
        </a:p>
      </dsp:txBody>
      <dsp:txXfrm>
        <a:off x="572225" y="1152247"/>
        <a:ext cx="1437890" cy="575156"/>
      </dsp:txXfrm>
    </dsp:sp>
    <dsp:sp modelId="{1FF8852B-C990-4828-BDE1-D0C04E39B267}">
      <dsp:nvSpPr>
        <dsp:cNvPr id="0" name=""/>
        <dsp:cNvSpPr/>
      </dsp:nvSpPr>
      <dsp:spPr>
        <a:xfrm>
          <a:off x="2542136" y="1935"/>
          <a:ext cx="877113" cy="87711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ACCAC3-88F2-443B-A081-7F9EEBD3A589}">
      <dsp:nvSpPr>
        <dsp:cNvPr id="0" name=""/>
        <dsp:cNvSpPr/>
      </dsp:nvSpPr>
      <dsp:spPr>
        <a:xfrm>
          <a:off x="2729061" y="188861"/>
          <a:ext cx="503261" cy="50326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052919-956B-45E9-B315-4F19CAD8DDAF}">
      <dsp:nvSpPr>
        <dsp:cNvPr id="0" name=""/>
        <dsp:cNvSpPr/>
      </dsp:nvSpPr>
      <dsp:spPr>
        <a:xfrm>
          <a:off x="2261747" y="1152247"/>
          <a:ext cx="1437890" cy="575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/>
            <a:t>System Development Approach </a:t>
          </a:r>
          <a:r>
            <a:rPr lang="en-US" sz="1100" kern="1200"/>
            <a:t>(Technology Used) </a:t>
          </a:r>
        </a:p>
      </dsp:txBody>
      <dsp:txXfrm>
        <a:off x="2261747" y="1152247"/>
        <a:ext cx="1437890" cy="575156"/>
      </dsp:txXfrm>
    </dsp:sp>
    <dsp:sp modelId="{3D2DA144-C2FA-4BC2-AFAB-E4F97956E5F7}">
      <dsp:nvSpPr>
        <dsp:cNvPr id="0" name=""/>
        <dsp:cNvSpPr/>
      </dsp:nvSpPr>
      <dsp:spPr>
        <a:xfrm>
          <a:off x="4231657" y="1935"/>
          <a:ext cx="877113" cy="87711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174194-AB09-499E-B609-8F0396FD584D}">
      <dsp:nvSpPr>
        <dsp:cNvPr id="0" name=""/>
        <dsp:cNvSpPr/>
      </dsp:nvSpPr>
      <dsp:spPr>
        <a:xfrm>
          <a:off x="4418583" y="188861"/>
          <a:ext cx="503261" cy="50326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F5FC54-F0F0-4182-850C-B677E809558F}">
      <dsp:nvSpPr>
        <dsp:cNvPr id="0" name=""/>
        <dsp:cNvSpPr/>
      </dsp:nvSpPr>
      <dsp:spPr>
        <a:xfrm>
          <a:off x="3951268" y="1152247"/>
          <a:ext cx="1437890" cy="575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/>
            <a:t>Algorithm &amp; Deployment (Step by Step  Procedure) </a:t>
          </a:r>
          <a:endParaRPr lang="en-US" sz="1100" kern="1200"/>
        </a:p>
      </dsp:txBody>
      <dsp:txXfrm>
        <a:off x="3951268" y="1152247"/>
        <a:ext cx="1437890" cy="575156"/>
      </dsp:txXfrm>
    </dsp:sp>
    <dsp:sp modelId="{2F4E2B3C-6025-42E1-B494-BB940FEF217E}">
      <dsp:nvSpPr>
        <dsp:cNvPr id="0" name=""/>
        <dsp:cNvSpPr/>
      </dsp:nvSpPr>
      <dsp:spPr>
        <a:xfrm>
          <a:off x="5921179" y="1935"/>
          <a:ext cx="877113" cy="87711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65EA8D-CB94-476B-BA52-90AEB3FA93C8}">
      <dsp:nvSpPr>
        <dsp:cNvPr id="0" name=""/>
        <dsp:cNvSpPr/>
      </dsp:nvSpPr>
      <dsp:spPr>
        <a:xfrm>
          <a:off x="6108104" y="188861"/>
          <a:ext cx="503261" cy="50326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C8F9D4-7A94-4697-A419-C3A4F85D2DC0}">
      <dsp:nvSpPr>
        <dsp:cNvPr id="0" name=""/>
        <dsp:cNvSpPr/>
      </dsp:nvSpPr>
      <dsp:spPr>
        <a:xfrm>
          <a:off x="5640790" y="1152247"/>
          <a:ext cx="1437890" cy="575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/>
            <a:t>Result</a:t>
          </a:r>
          <a:endParaRPr lang="en-US" sz="1100" kern="1200"/>
        </a:p>
      </dsp:txBody>
      <dsp:txXfrm>
        <a:off x="5640790" y="1152247"/>
        <a:ext cx="1437890" cy="575156"/>
      </dsp:txXfrm>
    </dsp:sp>
    <dsp:sp modelId="{14F6F7CC-0AD5-4739-8B8B-F85477AD67EE}">
      <dsp:nvSpPr>
        <dsp:cNvPr id="0" name=""/>
        <dsp:cNvSpPr/>
      </dsp:nvSpPr>
      <dsp:spPr>
        <a:xfrm>
          <a:off x="7610700" y="1935"/>
          <a:ext cx="877113" cy="877113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46F13C-8358-442E-8014-39B2C68BA1DC}">
      <dsp:nvSpPr>
        <dsp:cNvPr id="0" name=""/>
        <dsp:cNvSpPr/>
      </dsp:nvSpPr>
      <dsp:spPr>
        <a:xfrm>
          <a:off x="7797626" y="188861"/>
          <a:ext cx="503261" cy="50326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808400-01C9-43EF-83A2-AD3608A91D23}">
      <dsp:nvSpPr>
        <dsp:cNvPr id="0" name=""/>
        <dsp:cNvSpPr/>
      </dsp:nvSpPr>
      <dsp:spPr>
        <a:xfrm>
          <a:off x="7330311" y="1152247"/>
          <a:ext cx="1437890" cy="575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/>
            <a:t>Conclusion</a:t>
          </a:r>
          <a:endParaRPr lang="en-US" sz="1100" kern="1200"/>
        </a:p>
      </dsp:txBody>
      <dsp:txXfrm>
        <a:off x="7330311" y="1152247"/>
        <a:ext cx="1437890" cy="575156"/>
      </dsp:txXfrm>
    </dsp:sp>
    <dsp:sp modelId="{30444541-CE2B-4E5B-B49D-E485291CE9EB}">
      <dsp:nvSpPr>
        <dsp:cNvPr id="0" name=""/>
        <dsp:cNvSpPr/>
      </dsp:nvSpPr>
      <dsp:spPr>
        <a:xfrm>
          <a:off x="9300222" y="1935"/>
          <a:ext cx="877113" cy="87711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79AD54-7777-401B-BFBA-0AE17BC51979}">
      <dsp:nvSpPr>
        <dsp:cNvPr id="0" name=""/>
        <dsp:cNvSpPr/>
      </dsp:nvSpPr>
      <dsp:spPr>
        <a:xfrm>
          <a:off x="9487147" y="188861"/>
          <a:ext cx="503261" cy="503261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FCF523-0F08-4493-A840-2FC6942F7EEE}">
      <dsp:nvSpPr>
        <dsp:cNvPr id="0" name=""/>
        <dsp:cNvSpPr/>
      </dsp:nvSpPr>
      <dsp:spPr>
        <a:xfrm>
          <a:off x="9019833" y="1152247"/>
          <a:ext cx="1437890" cy="575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/>
            <a:t>Future Scope(Optonal)</a:t>
          </a:r>
          <a:endParaRPr lang="en-US" sz="1100" kern="1200"/>
        </a:p>
      </dsp:txBody>
      <dsp:txXfrm>
        <a:off x="9019833" y="1152247"/>
        <a:ext cx="1437890" cy="575156"/>
      </dsp:txXfrm>
    </dsp:sp>
    <dsp:sp modelId="{8891072D-058E-4BE7-A236-727129014E46}">
      <dsp:nvSpPr>
        <dsp:cNvPr id="0" name=""/>
        <dsp:cNvSpPr/>
      </dsp:nvSpPr>
      <dsp:spPr>
        <a:xfrm>
          <a:off x="5076418" y="2086876"/>
          <a:ext cx="877113" cy="87711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7DC934-D9EF-4303-89C5-46CCB1670D94}">
      <dsp:nvSpPr>
        <dsp:cNvPr id="0" name=""/>
        <dsp:cNvSpPr/>
      </dsp:nvSpPr>
      <dsp:spPr>
        <a:xfrm>
          <a:off x="5263344" y="2273802"/>
          <a:ext cx="503261" cy="503261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7D6F91-4DA2-481C-B37D-9A8460986DEF}">
      <dsp:nvSpPr>
        <dsp:cNvPr id="0" name=""/>
        <dsp:cNvSpPr/>
      </dsp:nvSpPr>
      <dsp:spPr>
        <a:xfrm>
          <a:off x="4796029" y="3237189"/>
          <a:ext cx="1437890" cy="575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/>
            <a:t>References</a:t>
          </a:r>
          <a:endParaRPr lang="en-US" sz="1100" kern="1200"/>
        </a:p>
      </dsp:txBody>
      <dsp:txXfrm>
        <a:off x="4796029" y="3237189"/>
        <a:ext cx="1437890" cy="57515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DE550D-B466-49E1-9A84-92D206CA713A}">
      <dsp:nvSpPr>
        <dsp:cNvPr id="0" name=""/>
        <dsp:cNvSpPr/>
      </dsp:nvSpPr>
      <dsp:spPr>
        <a:xfrm>
          <a:off x="0" y="850193"/>
          <a:ext cx="7012370" cy="38785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/>
            <a:t>Step-by-Step Procedure:</a:t>
          </a:r>
          <a:endParaRPr lang="en-US" sz="1700" kern="1200"/>
        </a:p>
      </dsp:txBody>
      <dsp:txXfrm>
        <a:off x="18934" y="869127"/>
        <a:ext cx="6974502" cy="349987"/>
      </dsp:txXfrm>
    </dsp:sp>
    <dsp:sp modelId="{9A1731C6-22DB-48D6-B978-4BD30AC4E585}">
      <dsp:nvSpPr>
        <dsp:cNvPr id="0" name=""/>
        <dsp:cNvSpPr/>
      </dsp:nvSpPr>
      <dsp:spPr>
        <a:xfrm>
          <a:off x="0" y="1287008"/>
          <a:ext cx="7012370" cy="387855"/>
        </a:xfrm>
        <a:prstGeom prst="roundRect">
          <a:avLst/>
        </a:prstGeom>
        <a:solidFill>
          <a:schemeClr val="accent2">
            <a:hueOff val="-220562"/>
            <a:satOff val="249"/>
            <a:lumOff val="588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Data collection and loading (CSV format)</a:t>
          </a:r>
          <a:endParaRPr lang="en-US" sz="1700" kern="1200"/>
        </a:p>
      </dsp:txBody>
      <dsp:txXfrm>
        <a:off x="18934" y="1305942"/>
        <a:ext cx="6974502" cy="349987"/>
      </dsp:txXfrm>
    </dsp:sp>
    <dsp:sp modelId="{F87A0B4E-5950-46C0-91CC-C753FF38988F}">
      <dsp:nvSpPr>
        <dsp:cNvPr id="0" name=""/>
        <dsp:cNvSpPr/>
      </dsp:nvSpPr>
      <dsp:spPr>
        <a:xfrm>
          <a:off x="0" y="1723823"/>
          <a:ext cx="7012370" cy="387855"/>
        </a:xfrm>
        <a:prstGeom prst="roundRect">
          <a:avLst/>
        </a:prstGeom>
        <a:solidFill>
          <a:schemeClr val="accent2">
            <a:hueOff val="-441124"/>
            <a:satOff val="497"/>
            <a:lumOff val="1177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Data cleaning and preprocessing (handling nulls, encoding, normalization)</a:t>
          </a:r>
          <a:endParaRPr lang="en-US" sz="1700" kern="1200"/>
        </a:p>
      </dsp:txBody>
      <dsp:txXfrm>
        <a:off x="18934" y="1742757"/>
        <a:ext cx="6974502" cy="349987"/>
      </dsp:txXfrm>
    </dsp:sp>
    <dsp:sp modelId="{A80299BA-3253-4549-8DC2-DAA361421895}">
      <dsp:nvSpPr>
        <dsp:cNvPr id="0" name=""/>
        <dsp:cNvSpPr/>
      </dsp:nvSpPr>
      <dsp:spPr>
        <a:xfrm>
          <a:off x="0" y="2160638"/>
          <a:ext cx="7012370" cy="387855"/>
        </a:xfrm>
        <a:prstGeom prst="roundRect">
          <a:avLst/>
        </a:prstGeom>
        <a:solidFill>
          <a:schemeClr val="accent2">
            <a:hueOff val="-661686"/>
            <a:satOff val="746"/>
            <a:lumOff val="1765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Feature selection and data visualization</a:t>
          </a:r>
          <a:endParaRPr lang="en-US" sz="1700" kern="1200"/>
        </a:p>
      </dsp:txBody>
      <dsp:txXfrm>
        <a:off x="18934" y="2179572"/>
        <a:ext cx="6974502" cy="349987"/>
      </dsp:txXfrm>
    </dsp:sp>
    <dsp:sp modelId="{C7D37279-BCFC-4093-93FF-74FC7D3893AE}">
      <dsp:nvSpPr>
        <dsp:cNvPr id="0" name=""/>
        <dsp:cNvSpPr/>
      </dsp:nvSpPr>
      <dsp:spPr>
        <a:xfrm>
          <a:off x="0" y="2597453"/>
          <a:ext cx="7012370" cy="387855"/>
        </a:xfrm>
        <a:prstGeom prst="roundRect">
          <a:avLst/>
        </a:prstGeom>
        <a:solidFill>
          <a:schemeClr val="accent2">
            <a:hueOff val="-882249"/>
            <a:satOff val="995"/>
            <a:lumOff val="2353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Splitting dataset into training and testing sets</a:t>
          </a:r>
          <a:endParaRPr lang="en-US" sz="1700" kern="1200"/>
        </a:p>
      </dsp:txBody>
      <dsp:txXfrm>
        <a:off x="18934" y="2616387"/>
        <a:ext cx="6974502" cy="349987"/>
      </dsp:txXfrm>
    </dsp:sp>
    <dsp:sp modelId="{73A6A692-47D3-4FB7-92D6-0202C2828AD3}">
      <dsp:nvSpPr>
        <dsp:cNvPr id="0" name=""/>
        <dsp:cNvSpPr/>
      </dsp:nvSpPr>
      <dsp:spPr>
        <a:xfrm>
          <a:off x="0" y="3034267"/>
          <a:ext cx="7012370" cy="387855"/>
        </a:xfrm>
        <a:prstGeom prst="roundRect">
          <a:avLst/>
        </a:prstGeom>
        <a:solidFill>
          <a:schemeClr val="accent2">
            <a:hueOff val="-1102811"/>
            <a:satOff val="1243"/>
            <a:lumOff val="2942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Model training using Random Forest Regressor</a:t>
          </a:r>
          <a:endParaRPr lang="en-US" sz="1700" kern="1200"/>
        </a:p>
      </dsp:txBody>
      <dsp:txXfrm>
        <a:off x="18934" y="3053201"/>
        <a:ext cx="6974502" cy="349987"/>
      </dsp:txXfrm>
    </dsp:sp>
    <dsp:sp modelId="{F384F673-538E-4A5D-8F44-2057C9072E05}">
      <dsp:nvSpPr>
        <dsp:cNvPr id="0" name=""/>
        <dsp:cNvSpPr/>
      </dsp:nvSpPr>
      <dsp:spPr>
        <a:xfrm>
          <a:off x="0" y="3471083"/>
          <a:ext cx="7012370" cy="387855"/>
        </a:xfrm>
        <a:prstGeom prst="roundRect">
          <a:avLst/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Evaluating performance with accuracy metrics (R² Score, MAE, RMSE)</a:t>
          </a:r>
          <a:endParaRPr lang="en-US" sz="1700" kern="1200"/>
        </a:p>
      </dsp:txBody>
      <dsp:txXfrm>
        <a:off x="18934" y="3490017"/>
        <a:ext cx="6974502" cy="34998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E5225F-B182-43F7-BF48-1FFEFC649551}">
      <dsp:nvSpPr>
        <dsp:cNvPr id="0" name=""/>
        <dsp:cNvSpPr/>
      </dsp:nvSpPr>
      <dsp:spPr>
        <a:xfrm>
          <a:off x="0" y="1912"/>
          <a:ext cx="6143247" cy="9693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645961-6DDF-4625-89FA-F0CC1CBDC861}">
      <dsp:nvSpPr>
        <dsp:cNvPr id="0" name=""/>
        <dsp:cNvSpPr/>
      </dsp:nvSpPr>
      <dsp:spPr>
        <a:xfrm>
          <a:off x="293213" y="220005"/>
          <a:ext cx="533115" cy="53311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418F4C-52CF-4D84-B163-AFD8C64422A6}">
      <dsp:nvSpPr>
        <dsp:cNvPr id="0" name=""/>
        <dsp:cNvSpPr/>
      </dsp:nvSpPr>
      <dsp:spPr>
        <a:xfrm>
          <a:off x="1119542" y="1912"/>
          <a:ext cx="5023705" cy="9693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584" tIns="102584" rIns="102584" bIns="10258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Integrate with live HR databases and dashboards</a:t>
          </a:r>
          <a:endParaRPr lang="en-US" sz="2200" kern="1200"/>
        </a:p>
      </dsp:txBody>
      <dsp:txXfrm>
        <a:off x="1119542" y="1912"/>
        <a:ext cx="5023705" cy="969300"/>
      </dsp:txXfrm>
    </dsp:sp>
    <dsp:sp modelId="{7FAA7DD3-428F-4F5E-B53F-A97AF51524D0}">
      <dsp:nvSpPr>
        <dsp:cNvPr id="0" name=""/>
        <dsp:cNvSpPr/>
      </dsp:nvSpPr>
      <dsp:spPr>
        <a:xfrm>
          <a:off x="0" y="1213538"/>
          <a:ext cx="6143247" cy="9693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84DCFF-9B4C-47EB-929B-58AC386810E8}">
      <dsp:nvSpPr>
        <dsp:cNvPr id="0" name=""/>
        <dsp:cNvSpPr/>
      </dsp:nvSpPr>
      <dsp:spPr>
        <a:xfrm>
          <a:off x="293213" y="1431630"/>
          <a:ext cx="533115" cy="53311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9FF097-D7BA-4EA6-B9FC-3D548FB9EDD6}">
      <dsp:nvSpPr>
        <dsp:cNvPr id="0" name=""/>
        <dsp:cNvSpPr/>
      </dsp:nvSpPr>
      <dsp:spPr>
        <a:xfrm>
          <a:off x="1119542" y="1213538"/>
          <a:ext cx="5023705" cy="9693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584" tIns="102584" rIns="102584" bIns="10258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Use deep learning for improved prediction accuracy</a:t>
          </a:r>
          <a:endParaRPr lang="en-US" sz="2200" kern="1200"/>
        </a:p>
      </dsp:txBody>
      <dsp:txXfrm>
        <a:off x="1119542" y="1213538"/>
        <a:ext cx="5023705" cy="969300"/>
      </dsp:txXfrm>
    </dsp:sp>
    <dsp:sp modelId="{6D537948-7A67-4C9F-9985-479B28E08BA5}">
      <dsp:nvSpPr>
        <dsp:cNvPr id="0" name=""/>
        <dsp:cNvSpPr/>
      </dsp:nvSpPr>
      <dsp:spPr>
        <a:xfrm>
          <a:off x="0" y="2425164"/>
          <a:ext cx="6143247" cy="9693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EC9812-1754-4A10-83B1-303F3B5C0D30}">
      <dsp:nvSpPr>
        <dsp:cNvPr id="0" name=""/>
        <dsp:cNvSpPr/>
      </dsp:nvSpPr>
      <dsp:spPr>
        <a:xfrm>
          <a:off x="293213" y="2643256"/>
          <a:ext cx="533115" cy="53311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06BB09-50C1-455F-BD3C-73E7710EDD40}">
      <dsp:nvSpPr>
        <dsp:cNvPr id="0" name=""/>
        <dsp:cNvSpPr/>
      </dsp:nvSpPr>
      <dsp:spPr>
        <a:xfrm>
          <a:off x="1119542" y="2425164"/>
          <a:ext cx="5023705" cy="9693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584" tIns="102584" rIns="102584" bIns="10258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Build a REST API or deploy with Flask/Streamlit</a:t>
          </a:r>
          <a:endParaRPr lang="en-US" sz="2200" kern="1200"/>
        </a:p>
      </dsp:txBody>
      <dsp:txXfrm>
        <a:off x="1119542" y="2425164"/>
        <a:ext cx="5023705" cy="969300"/>
      </dsp:txXfrm>
    </dsp:sp>
    <dsp:sp modelId="{5E81D7A1-869E-4B8A-BE0D-22EB6AF75620}">
      <dsp:nvSpPr>
        <dsp:cNvPr id="0" name=""/>
        <dsp:cNvSpPr/>
      </dsp:nvSpPr>
      <dsp:spPr>
        <a:xfrm>
          <a:off x="0" y="3636789"/>
          <a:ext cx="6143247" cy="9693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4CBB09-DB26-4D04-9D97-72C9BF1529AD}">
      <dsp:nvSpPr>
        <dsp:cNvPr id="0" name=""/>
        <dsp:cNvSpPr/>
      </dsp:nvSpPr>
      <dsp:spPr>
        <a:xfrm>
          <a:off x="293213" y="3854882"/>
          <a:ext cx="533115" cy="53311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793C06-79BA-48D4-AE6A-4273D48542E0}">
      <dsp:nvSpPr>
        <dsp:cNvPr id="0" name=""/>
        <dsp:cNvSpPr/>
      </dsp:nvSpPr>
      <dsp:spPr>
        <a:xfrm>
          <a:off x="1119542" y="3636789"/>
          <a:ext cx="5023705" cy="9693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584" tIns="102584" rIns="102584" bIns="10258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Handle salary predictions across multiple industries or geographies</a:t>
          </a:r>
          <a:endParaRPr lang="en-US" sz="2200" kern="1200"/>
        </a:p>
      </dsp:txBody>
      <dsp:txXfrm>
        <a:off x="1119542" y="3636789"/>
        <a:ext cx="5023705" cy="9693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126C3E-D46F-4032-B7A1-9D7A80ABDC30}">
      <dsp:nvSpPr>
        <dsp:cNvPr id="0" name=""/>
        <dsp:cNvSpPr/>
      </dsp:nvSpPr>
      <dsp:spPr>
        <a:xfrm>
          <a:off x="735974" y="827140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74DCAD-202A-4997-8ADE-2FF067C1C5A9}">
      <dsp:nvSpPr>
        <dsp:cNvPr id="0" name=""/>
        <dsp:cNvSpPr/>
      </dsp:nvSpPr>
      <dsp:spPr>
        <a:xfrm>
          <a:off x="969974" y="1061140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6DB337-EC73-4466-9D45-44095871C171}">
      <dsp:nvSpPr>
        <dsp:cNvPr id="0" name=""/>
        <dsp:cNvSpPr/>
      </dsp:nvSpPr>
      <dsp:spPr>
        <a:xfrm>
          <a:off x="384974" y="226714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b="0" i="0" kern="1200" baseline="0"/>
            <a:t>scikit-learn documentation</a:t>
          </a:r>
          <a:endParaRPr lang="en-US" sz="1300" kern="1200"/>
        </a:p>
      </dsp:txBody>
      <dsp:txXfrm>
        <a:off x="384974" y="2267140"/>
        <a:ext cx="1800000" cy="720000"/>
      </dsp:txXfrm>
    </dsp:sp>
    <dsp:sp modelId="{80070D89-F790-44D9-86EF-BAA4975024B6}">
      <dsp:nvSpPr>
        <dsp:cNvPr id="0" name=""/>
        <dsp:cNvSpPr/>
      </dsp:nvSpPr>
      <dsp:spPr>
        <a:xfrm>
          <a:off x="2850974" y="827140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B00408-E45E-49FB-85A5-7F3D5E5F5A22}">
      <dsp:nvSpPr>
        <dsp:cNvPr id="0" name=""/>
        <dsp:cNvSpPr/>
      </dsp:nvSpPr>
      <dsp:spPr>
        <a:xfrm>
          <a:off x="3084974" y="1061140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EA9002-4AFE-4350-8277-E635A440A7E1}">
      <dsp:nvSpPr>
        <dsp:cNvPr id="0" name=""/>
        <dsp:cNvSpPr/>
      </dsp:nvSpPr>
      <dsp:spPr>
        <a:xfrm>
          <a:off x="2499974" y="226714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b="0" i="0" kern="1200" baseline="0"/>
            <a:t>Kaggle datasets for salary prediction</a:t>
          </a:r>
          <a:endParaRPr lang="en-US" sz="1300" kern="1200"/>
        </a:p>
      </dsp:txBody>
      <dsp:txXfrm>
        <a:off x="2499974" y="2267140"/>
        <a:ext cx="1800000" cy="720000"/>
      </dsp:txXfrm>
    </dsp:sp>
    <dsp:sp modelId="{28F748E1-37DA-496A-9003-11F89622F807}">
      <dsp:nvSpPr>
        <dsp:cNvPr id="0" name=""/>
        <dsp:cNvSpPr/>
      </dsp:nvSpPr>
      <dsp:spPr>
        <a:xfrm>
          <a:off x="4965975" y="827140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B8DB53-B841-491C-B2E0-8D9B3986C031}">
      <dsp:nvSpPr>
        <dsp:cNvPr id="0" name=""/>
        <dsp:cNvSpPr/>
      </dsp:nvSpPr>
      <dsp:spPr>
        <a:xfrm>
          <a:off x="5199975" y="1061140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D8B849-4A90-4789-A01A-B77C8B8CE53C}">
      <dsp:nvSpPr>
        <dsp:cNvPr id="0" name=""/>
        <dsp:cNvSpPr/>
      </dsp:nvSpPr>
      <dsp:spPr>
        <a:xfrm>
          <a:off x="4614975" y="226714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b="0" i="0" kern="1200" baseline="0"/>
            <a:t>TowardsDataScience articles on Regression Models</a:t>
          </a:r>
          <a:endParaRPr lang="en-US" sz="1300" kern="1200"/>
        </a:p>
      </dsp:txBody>
      <dsp:txXfrm>
        <a:off x="4614975" y="2267140"/>
        <a:ext cx="1800000" cy="720000"/>
      </dsp:txXfrm>
    </dsp:sp>
    <dsp:sp modelId="{770CCEAB-166C-4F6A-8245-FA6DE539B5BD}">
      <dsp:nvSpPr>
        <dsp:cNvPr id="0" name=""/>
        <dsp:cNvSpPr/>
      </dsp:nvSpPr>
      <dsp:spPr>
        <a:xfrm>
          <a:off x="7080975" y="827140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2583DA-AD4F-44E4-B20A-4DCCDF43E8F0}">
      <dsp:nvSpPr>
        <dsp:cNvPr id="0" name=""/>
        <dsp:cNvSpPr/>
      </dsp:nvSpPr>
      <dsp:spPr>
        <a:xfrm>
          <a:off x="7314975" y="1061140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9DBDE9-9FE8-4D43-B5A3-A37B63D0450F}">
      <dsp:nvSpPr>
        <dsp:cNvPr id="0" name=""/>
        <dsp:cNvSpPr/>
      </dsp:nvSpPr>
      <dsp:spPr>
        <a:xfrm>
          <a:off x="6729975" y="226714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b="0" i="0" kern="1200" baseline="0"/>
            <a:t>Machine Learning by Andrew Ng (Coursera)</a:t>
          </a:r>
          <a:endParaRPr lang="en-US" sz="1300" kern="1200"/>
        </a:p>
      </dsp:txBody>
      <dsp:txXfrm>
        <a:off x="6729975" y="2267140"/>
        <a:ext cx="1800000" cy="720000"/>
      </dsp:txXfrm>
    </dsp:sp>
    <dsp:sp modelId="{79FDBBD5-4D3D-4D3B-8CE7-D9EDC794EA11}">
      <dsp:nvSpPr>
        <dsp:cNvPr id="0" name=""/>
        <dsp:cNvSpPr/>
      </dsp:nvSpPr>
      <dsp:spPr>
        <a:xfrm>
          <a:off x="9195975" y="827140"/>
          <a:ext cx="1098000" cy="109800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B3849A-DDC9-48CE-8DD3-5FEBBAE2894E}">
      <dsp:nvSpPr>
        <dsp:cNvPr id="0" name=""/>
        <dsp:cNvSpPr/>
      </dsp:nvSpPr>
      <dsp:spPr>
        <a:xfrm>
          <a:off x="9429975" y="1061140"/>
          <a:ext cx="630000" cy="63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239A37-F91A-4C55-9CB9-745C53363340}">
      <dsp:nvSpPr>
        <dsp:cNvPr id="0" name=""/>
        <dsp:cNvSpPr/>
      </dsp:nvSpPr>
      <dsp:spPr>
        <a:xfrm>
          <a:off x="8844975" y="226714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b="0" i="0" kern="1200" baseline="0"/>
            <a:t>Python for Data Science resources (GeeksforGeeks, Analytics Vidhya)</a:t>
          </a:r>
          <a:endParaRPr lang="en-US" sz="1300" kern="1200"/>
        </a:p>
      </dsp:txBody>
      <dsp:txXfrm>
        <a:off x="8844975" y="2267140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20-07-2025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7/20/2025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7/20/2025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7/20/2025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7/20/2025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7/20/2025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7/20/2025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7/20/2025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7/20/2025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7/20/2025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7/20/2025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7/20/2025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52FF1B8-145F-47AA-9F6F-7DA3201AA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9243" y="1419225"/>
            <a:ext cx="6798608" cy="234613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/>
              <a:t>Employee Salary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9243" y="3829878"/>
            <a:ext cx="6798608" cy="14088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</a:pPr>
            <a:r>
              <a:rPr lang="en-US" sz="1400" b="1" kern="1200" cap="all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Presented By:</a:t>
            </a:r>
          </a:p>
          <a:p>
            <a:pPr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</a:pPr>
            <a:r>
              <a:rPr lang="en-US" sz="1400" b="1" kern="1200" cap="all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Aditya Pawar </a:t>
            </a:r>
          </a:p>
          <a:p>
            <a:pPr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</a:pPr>
            <a:r>
              <a:rPr lang="en-US" sz="1400" b="1" kern="1200" cap="all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Vidya Pratishthan’s Kamalnayan Bajaj Institute of Engineering and Technology, Baramati </a:t>
            </a:r>
          </a:p>
          <a:p>
            <a:pPr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</a:pPr>
            <a:r>
              <a:rPr lang="en-US" sz="1400" b="1" kern="1200" cap="all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Department – Information Technology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FE8A8C-8C1F-40A1-8A45-9D05B0DD8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1EF8C3-8F8A-447D-A5FF-C124268254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B511BAF-6DC3-420A-8603-96945C66A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  <a:endParaRPr lang="en-US" sz="3200" b="1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1DBBBB8-344F-2899-0BF4-5C069834A2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6163699"/>
              </p:ext>
            </p:extLst>
          </p:nvPr>
        </p:nvGraphicFramePr>
        <p:xfrm>
          <a:off x="581025" y="2341563"/>
          <a:ext cx="11029950" cy="3814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D1F1056-9A78-4FBC-9404-54512B6B58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0679642" cy="1188720"/>
          </a:xfrm>
        </p:spPr>
        <p:txBody>
          <a:bodyPr>
            <a:normAutofit/>
          </a:bodyPr>
          <a:lstStyle/>
          <a:p>
            <a:r>
              <a:rPr lang="en-US" sz="36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3600">
              <a:solidFill>
                <a:schemeClr val="accent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659E4B7-86DE-4B00-A707-DD85CE5DB3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457201"/>
            <a:ext cx="11298933" cy="9144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EE4A9C-3F57-7DA7-91FD-715C3FB47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340864"/>
            <a:ext cx="10679642" cy="3634486"/>
          </a:xfrm>
        </p:spPr>
        <p:txBody>
          <a:bodyPr>
            <a:normAutofit/>
          </a:bodyPr>
          <a:lstStyle/>
          <a:p>
            <a:pPr marL="305435" indent="-305435"/>
            <a:r>
              <a:rPr lang="en-US"/>
              <a:t>The goal of this project is to develop a machine learning model that accurately predicts the salary of an employee based on various features such as education, experience, job title, and company location.</a:t>
            </a:r>
            <a:br>
              <a:rPr lang="en-US"/>
            </a:br>
            <a:r>
              <a:rPr lang="en-US"/>
              <a:t>This problem arises from the need for better compensation benchmarking in HR and business analytics.</a:t>
            </a:r>
            <a:br>
              <a:rPr lang="en-US"/>
            </a:br>
            <a:r>
              <a:rPr lang="en-US"/>
              <a:t>Organizations can use such models to streamline payroll decisions, improve talent acquisition, and reduce manual estimation errors.</a:t>
            </a:r>
            <a:br>
              <a:rPr lang="en-US"/>
            </a:br>
            <a:r>
              <a:rPr lang="en-US"/>
              <a:t>By leveraging historical data and regression techniques, we aim to create a reliable salary prediction tool.</a:t>
            </a:r>
            <a:br>
              <a:rPr lang="en-US"/>
            </a:br>
            <a:r>
              <a:rPr lang="en-US"/>
              <a:t>The project focuses on preprocessing, feature engineering, model selection, and deployment.</a:t>
            </a:r>
            <a:endParaRPr lang="en-IN" b="1"/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43B05A4-157F-403C-939A-ED1B6A0A02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AFB0CD-9449-9887-C2CA-4408C675B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507414"/>
            <a:ext cx="5120255" cy="3903332"/>
          </a:xfrm>
        </p:spPr>
        <p:txBody>
          <a:bodyPr anchor="t">
            <a:normAutofit/>
          </a:bodyPr>
          <a:lstStyle/>
          <a:p>
            <a:r>
              <a:rPr lang="en-US" sz="3700" b="1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+mj-lt"/>
                <a:cs typeface="Arial"/>
              </a:rPr>
              <a:t>System  Approach</a:t>
            </a:r>
            <a:endParaRPr lang="en-IN" sz="37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8CCE107-A70B-4916-9A0B-751C70B9B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3642"/>
            <a:ext cx="11298933" cy="512708"/>
          </a:xfrm>
          <a:prstGeom prst="rect">
            <a:avLst/>
          </a:prstGeom>
          <a:solidFill>
            <a:srgbClr val="969F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925BC7-7CC5-4A0C-9B3D-8829EBF28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V="1">
            <a:off x="4244340" y="3329711"/>
            <a:ext cx="3703320" cy="5872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396946E-BFEE-2713-187B-527A54AFF6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41743" y="1507415"/>
            <a:ext cx="4819091" cy="3903331"/>
          </a:xfrm>
          <a:prstGeom prst="rect">
            <a:avLst/>
          </a:prstGeom>
          <a:ln w="571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System Requirements:</a:t>
            </a:r>
            <a:endParaRPr kumimoji="0" lang="en-US" altLang="en-US" sz="2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Python 3.x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Jupyter Notebook 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Libraries Used:</a:t>
            </a:r>
            <a:endParaRPr kumimoji="0" lang="en-US" altLang="en-US" sz="2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pandas, numpy, matplotlib, seaborn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scikit-learn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Dataset:</a:t>
            </a:r>
            <a:endParaRPr kumimoji="0" lang="en-US" altLang="en-US" sz="2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 CSV dataset containing employee profiles and salary details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E67D916-28C7-4965-BA3C-287FB8579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878019"/>
            <a:ext cx="11298933" cy="512708"/>
          </a:xfrm>
          <a:prstGeom prst="rect">
            <a:avLst/>
          </a:prstGeom>
          <a:solidFill>
            <a:srgbClr val="969F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43274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92989FB-1024-49B7-BDF1-B3CE27D486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22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 b="1">
                <a:latin typeface="Arial"/>
                <a:ea typeface="+mj-lt"/>
                <a:cs typeface="Arial"/>
              </a:rPr>
              <a:t>Algorithm &amp; Deployment</a:t>
            </a:r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87D6F4-EC95-4EF1-A8AD-4B70386CE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5F792DF-9D0A-4DB6-9A9E-7312F5A7E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749808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7" name="Content Placeholder 1">
            <a:extLst>
              <a:ext uri="{FF2B5EF4-FFF2-40B4-BE49-F238E27FC236}">
                <a16:creationId xmlns:a16="http://schemas.microsoft.com/office/drawing/2014/main" id="{3E51CBD2-1653-5596-FA6E-790BEC2DD7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2576082"/>
              </p:ext>
            </p:extLst>
          </p:nvPr>
        </p:nvGraphicFramePr>
        <p:xfrm>
          <a:off x="4598438" y="1207783"/>
          <a:ext cx="7012370" cy="47091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54508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 b="1">
                <a:solidFill>
                  <a:srgbClr val="FFFEFF"/>
                </a:solidFill>
                <a:latin typeface="Arial"/>
                <a:ea typeface="+mj-lt"/>
                <a:cs typeface="Arial"/>
              </a:rPr>
              <a:t>Result</a:t>
            </a:r>
            <a:endParaRPr lang="en-US">
              <a:solidFill>
                <a:srgbClr val="FFFEFF"/>
              </a:solidFill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61AFCA6-6A5A-B9A4-CBE0-2501BB7681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34935" y="1037968"/>
            <a:ext cx="6725899" cy="482083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defTabSz="914400" eaLnBrk="0" fontAlgn="base" hangingPunct="0">
              <a:spcBef>
                <a:spcPct val="0"/>
              </a:spcBef>
              <a:buClrTx/>
              <a:buSzTx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GitHub Link: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3293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46302-2FC9-8C4D-15C8-2219B5614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b="1" cap="none" dirty="0">
                <a:solidFill>
                  <a:schemeClr val="tx1"/>
                </a:solidFill>
                <a:latin typeface="Arial" panose="020B0604020202020204" pitchFamily="34" charset="0"/>
              </a:rPr>
              <a:t>Dataset after cleaning</a:t>
            </a:r>
            <a:endParaRPr lang="en-IN" b="1" dirty="0"/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06A2B61-9EE8-25C5-840A-E33F5FB321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0691" y="1298295"/>
            <a:ext cx="11029950" cy="2130705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9270C2A-A2E0-8AB5-3FF3-3AB85D0A2136}"/>
              </a:ext>
            </a:extLst>
          </p:cNvPr>
          <p:cNvSpPr txBox="1"/>
          <p:nvPr/>
        </p:nvSpPr>
        <p:spPr>
          <a:xfrm>
            <a:off x="580691" y="3512127"/>
            <a:ext cx="11029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b="1" dirty="0">
                <a:latin typeface="Arial" panose="020B0604020202020204" pitchFamily="34" charset="0"/>
              </a:rPr>
              <a:t>Model training output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73BADDA-B950-7A95-5225-5AD79E219F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91" y="4013463"/>
            <a:ext cx="11029950" cy="2460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077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D651B61-325E-4E73-8445-38B0DE8AAA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2E5253-D3AC-4AC2-B766-8B34F13C2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0AE8D57-436A-4073-9A75-15BB5949F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2852671-8EB6-4EAF-8AF8-65CF3FD66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6B4480E-B7FF-4481-890E-043A69AE6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9394E1F-0B5F-497D-B2A6-8383A2A54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8" y="457200"/>
            <a:ext cx="3703320" cy="5935133"/>
            <a:chOff x="438068" y="457200"/>
            <a:chExt cx="3703320" cy="593513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1FF39A-AC3C-4066-9D4C-519AA22812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601201"/>
              <a:ext cx="3702134" cy="5791132"/>
            </a:xfrm>
            <a:prstGeom prst="rect">
              <a:avLst/>
            </a:prstGeom>
            <a:solidFill>
              <a:srgbClr val="465359">
                <a:alpha val="97000"/>
              </a:srgb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4C13BAB-7C00-4D21-A857-E3D41C0A2A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rgbClr val="4653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BF9EB80-91C6-A08C-5135-4DFAD9068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524001"/>
            <a:ext cx="3412067" cy="347838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en-US" sz="3600">
                <a:solidFill>
                  <a:srgbClr val="FFFFFF"/>
                </a:solidFill>
              </a:rPr>
              <a:t>Feature correlation heatmap</a:t>
            </a:r>
            <a:endParaRPr lang="en-US" sz="3600">
              <a:solidFill>
                <a:srgbClr val="FFFFFF"/>
              </a:solidFill>
            </a:endParaRP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3598DB6-AA0F-EDF2-02F6-205BE42684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46013" y="618067"/>
            <a:ext cx="6202944" cy="559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283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D651B61-325E-4E73-8445-38B0DE8AAA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42E5253-D3AC-4AC2-B766-8B34F13C2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0AE8D57-436A-4073-9A75-15BB5949F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2852671-8EB6-4EAF-8AF8-65CF3FD66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26B4480E-B7FF-4481-890E-043A69AE6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9394E1F-0B5F-497D-B2A6-8383A2A54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8" y="457200"/>
            <a:ext cx="3703320" cy="5935133"/>
            <a:chOff x="438068" y="457200"/>
            <a:chExt cx="3703320" cy="5935133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F1FF39A-AC3C-4066-9D4C-519AA22812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601201"/>
              <a:ext cx="3702134" cy="5791132"/>
            </a:xfrm>
            <a:prstGeom prst="rect">
              <a:avLst/>
            </a:prstGeom>
            <a:solidFill>
              <a:srgbClr val="465359">
                <a:alpha val="97000"/>
              </a:srgb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4C13BAB-7C00-4D21-A857-E3D41C0A2A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rgbClr val="4653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DCEF102-2656-C03F-0E78-58CFDE227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524001"/>
            <a:ext cx="3412067" cy="347838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en-US" sz="3600">
                <a:solidFill>
                  <a:srgbClr val="FFFFFF"/>
                </a:solidFill>
              </a:rPr>
              <a:t>Performance metrics (R² Score, etc.)</a:t>
            </a:r>
            <a:endParaRPr lang="en-US" sz="3600">
              <a:solidFill>
                <a:srgbClr val="FFFFFF"/>
              </a:solidFill>
            </a:endParaRPr>
          </a:p>
        </p:txBody>
      </p:sp>
      <p:pic>
        <p:nvPicPr>
          <p:cNvPr id="11" name="Content Placeholder 10" descr="A graph showing heatmap and heatmap&#10;&#10;AI-generated content may be incorrect.">
            <a:extLst>
              <a:ext uri="{FF2B5EF4-FFF2-40B4-BE49-F238E27FC236}">
                <a16:creationId xmlns:a16="http://schemas.microsoft.com/office/drawing/2014/main" id="{04CF0B72-7C6C-3B63-BD24-F41DA0F629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65053" y="888777"/>
            <a:ext cx="6764864" cy="5056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5573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FA111-1490-C384-9652-38C96278B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cap="none" dirty="0">
                <a:solidFill>
                  <a:schemeClr val="tx1"/>
                </a:solidFill>
                <a:latin typeface="Arial" panose="020B0604020202020204" pitchFamily="34" charset="0"/>
              </a:rPr>
              <a:t>Final predicted results</a:t>
            </a:r>
            <a:endParaRPr lang="en-IN" dirty="0"/>
          </a:p>
        </p:txBody>
      </p:sp>
      <p:pic>
        <p:nvPicPr>
          <p:cNvPr id="11" name="Content Placeholder 10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E79B1AD4-D88F-EA2A-134D-F298901D8D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1192" y="1232452"/>
            <a:ext cx="9774014" cy="2810267"/>
          </a:xfrm>
        </p:spPr>
      </p:pic>
      <p:pic>
        <p:nvPicPr>
          <p:cNvPr id="13" name="Picture 12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AFEF5833-FD83-88E8-AF7F-364692AABD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92" y="4298316"/>
            <a:ext cx="9774014" cy="2191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1833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B6B47BF-F3D0-4678-9B20-DA45E1BCA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124999"/>
            <a:ext cx="4076149" cy="4608003"/>
          </a:xfrm>
        </p:spPr>
        <p:txBody>
          <a:bodyPr anchor="ctr">
            <a:normAutofit/>
          </a:bodyPr>
          <a:lstStyle/>
          <a:p>
            <a:r>
              <a:rPr lang="en-US" sz="40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Conclusion</a:t>
            </a:r>
            <a:endParaRPr lang="en-US" sz="4000">
              <a:solidFill>
                <a:schemeClr val="accent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334917-3673-4EF2-BA7C-CC83AEEEA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673" y="457200"/>
            <a:ext cx="420624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589AE1-C0FC-4B66-9C0D-9EB92F40F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7585" y="457200"/>
            <a:ext cx="658368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960264C-B430-8D38-CD80-E735647F96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17586" y="1124998"/>
            <a:ext cx="6143248" cy="460800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324000" lvl="1" indent="0" defTabSz="914400" eaLnBrk="0" fontAlgn="base" hangingPunct="0">
              <a:spcBef>
                <a:spcPct val="0"/>
              </a:spcBef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 developed model accurately predicts salaries with a reasonable error margin.</a:t>
            </a:r>
          </a:p>
          <a:p>
            <a:pPr marL="324000" lvl="1" indent="0" defTabSz="914400" eaLnBrk="0" fontAlgn="base" hangingPunct="0">
              <a:spcBef>
                <a:spcPct val="0"/>
              </a:spcBef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Random Forest Regressor performed better due to its ability to handle non-linear relationships.</a:t>
            </a:r>
          </a:p>
          <a:p>
            <a:pPr marL="324000" lvl="1" indent="0" defTabSz="914400" eaLnBrk="0" fontAlgn="base" hangingPunct="0">
              <a:spcBef>
                <a:spcPct val="0"/>
              </a:spcBef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Feature selection and proper data preprocessing played a critical role.</a:t>
            </a:r>
          </a:p>
          <a:p>
            <a:pPr marL="324000" lvl="1" indent="0" defTabSz="914400" eaLnBrk="0" fontAlgn="base" hangingPunct="0">
              <a:spcBef>
                <a:spcPct val="0"/>
              </a:spcBef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Challenges included handling categorical variables and ensuring model generalization.</a:t>
            </a:r>
          </a:p>
        </p:txBody>
      </p:sp>
    </p:spTree>
    <p:extLst>
      <p:ext uri="{BB962C8B-B14F-4D97-AF65-F5344CB8AC3E}">
        <p14:creationId xmlns:p14="http://schemas.microsoft.com/office/powerpoint/2010/main" val="31833151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B6B47BF-F3D0-4678-9B20-DA45E1BCA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81192" y="1124999"/>
            <a:ext cx="4076149" cy="46080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spcAft>
                <a:spcPts val="600"/>
              </a:spcAft>
            </a:pPr>
            <a:r>
              <a:rPr lang="en-US" sz="4000" b="0" kern="1200" cap="all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Future scope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334917-3673-4EF2-BA7C-CC83AEEEA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673" y="457200"/>
            <a:ext cx="420624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589AE1-C0FC-4B66-9C0D-9EB92F40F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7585" y="457200"/>
            <a:ext cx="658368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16" name="Content Placeholder 1">
            <a:extLst>
              <a:ext uri="{FF2B5EF4-FFF2-40B4-BE49-F238E27FC236}">
                <a16:creationId xmlns:a16="http://schemas.microsoft.com/office/drawing/2014/main" id="{CA5E1298-6D20-2E05-6AF4-80CF44A3EA7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117586" y="1124998"/>
          <a:ext cx="6143248" cy="46080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148826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BFABBCE0-E08C-4BBE-9FD2-E2B253D4D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+mj-lt"/>
                <a:cs typeface="Arial"/>
              </a:rPr>
              <a:t>References</a:t>
            </a:r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F426BAC-43D6-468E-B6FF-167034D5C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607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B02D80E-5995-4C54-8387-5893C2C89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6083C8-1401-4950-AF56-E2FAFE42D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21" name="Rectangle 1">
            <a:extLst>
              <a:ext uri="{FF2B5EF4-FFF2-40B4-BE49-F238E27FC236}">
                <a16:creationId xmlns:a16="http://schemas.microsoft.com/office/drawing/2014/main" id="{BB198AF6-AC5B-2FFD-4CC4-3DF9FF0CF0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6902382"/>
              </p:ext>
            </p:extLst>
          </p:nvPr>
        </p:nvGraphicFramePr>
        <p:xfrm>
          <a:off x="581025" y="2341563"/>
          <a:ext cx="11029950" cy="3814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28950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D651B61-325E-4E73-8445-38B0DE8AAA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42E5253-D3AC-4AC2-B766-8B34F13C2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AE8D57-436A-4073-9A75-15BB5949F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2852671-8EB6-4EAF-8AF8-65CF3FD66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52FF1B8-145F-47AA-9F6F-7DA3201AA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9243" y="1419225"/>
            <a:ext cx="6798608" cy="234613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/>
              <a:t>THANK YOU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DFE8A8C-8C1F-40A1-8A45-9D05B0DD8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E1EF8C3-8F8A-447D-A5FF-C124268254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B511BAF-6DC3-420A-8603-96945C66A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9" name="Graphic 8" descr="Handshake">
            <a:extLst>
              <a:ext uri="{FF2B5EF4-FFF2-40B4-BE49-F238E27FC236}">
                <a16:creationId xmlns:a16="http://schemas.microsoft.com/office/drawing/2014/main" id="{F84578D0-5CF4-39D0-9C2A-E9489B72E4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4700" y="2049354"/>
            <a:ext cx="3053422" cy="3053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E816721-11E4-4989-8472-AB5A7EC20404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D289AE2-D2AE-49D1-AFAC-3A79F6794255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c0fa2617-96bd-425d-8578-e93563fe37c5"/>
    <ds:schemaRef ds:uri="9162bd5b-4ed9-4da3-b376-05204580ba3f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113</TotalTime>
  <Words>401</Words>
  <Application>Microsoft Office PowerPoint</Application>
  <PresentationFormat>Widescreen</PresentationFormat>
  <Paragraphs>56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Franklin Gothic Book</vt:lpstr>
      <vt:lpstr>Franklin Gothic Demi</vt:lpstr>
      <vt:lpstr>Gill Sans MT</vt:lpstr>
      <vt:lpstr>Wingdings 2</vt:lpstr>
      <vt:lpstr>DividendVTI</vt:lpstr>
      <vt:lpstr>Employee Salary Prediction</vt:lpstr>
      <vt:lpstr>OUTLINE</vt:lpstr>
      <vt:lpstr>Problem Statement</vt:lpstr>
      <vt:lpstr>System  Approach</vt:lpstr>
      <vt:lpstr>Algorithm &amp; Deployment</vt:lpstr>
      <vt:lpstr>Result</vt:lpstr>
      <vt:lpstr>Dataset after cleaning</vt:lpstr>
      <vt:lpstr>Feature correlation heatmap</vt:lpstr>
      <vt:lpstr>Performance metrics (R² Score, etc.)</vt:lpstr>
      <vt:lpstr>Final predicted results</vt:lpstr>
      <vt:lpstr>Conclusion</vt:lpstr>
      <vt:lpstr>PowerPoint Presentation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ADITYA PAWAR</cp:lastModifiedBy>
  <cp:revision>39</cp:revision>
  <dcterms:created xsi:type="dcterms:W3CDTF">2021-05-26T16:50:10Z</dcterms:created>
  <dcterms:modified xsi:type="dcterms:W3CDTF">2025-07-20T11:13:25Z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